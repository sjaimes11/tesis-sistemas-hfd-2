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3"/>
  </p:handoutMasterIdLst>
  <p:sldIdLst>
    <p:sldId id="256" r:id="rId2"/>
  </p:sldIdLst>
  <p:sldSz cx="25203150" cy="36004500"/>
  <p:notesSz cx="6858000" cy="9144000"/>
  <p:defaultTextStyle>
    <a:defPPr>
      <a:defRPr lang="es-CO"/>
    </a:defPPr>
    <a:lvl1pPr marL="0" algn="l" defTabSz="3497580" rtl="0" eaLnBrk="1" latinLnBrk="0" hangingPunct="1">
      <a:defRPr sz="6900" kern="1200">
        <a:solidFill>
          <a:schemeClr val="tx1"/>
        </a:solidFill>
        <a:latin typeface="+mn-lt"/>
        <a:ea typeface="+mn-ea"/>
        <a:cs typeface="+mn-cs"/>
      </a:defRPr>
    </a:lvl1pPr>
    <a:lvl2pPr marL="1748790" algn="l" defTabSz="3497580" rtl="0" eaLnBrk="1" latinLnBrk="0" hangingPunct="1">
      <a:defRPr sz="6900" kern="1200">
        <a:solidFill>
          <a:schemeClr val="tx1"/>
        </a:solidFill>
        <a:latin typeface="+mn-lt"/>
        <a:ea typeface="+mn-ea"/>
        <a:cs typeface="+mn-cs"/>
      </a:defRPr>
    </a:lvl2pPr>
    <a:lvl3pPr marL="3497580" algn="l" defTabSz="3497580" rtl="0" eaLnBrk="1" latinLnBrk="0" hangingPunct="1">
      <a:defRPr sz="6900" kern="1200">
        <a:solidFill>
          <a:schemeClr val="tx1"/>
        </a:solidFill>
        <a:latin typeface="+mn-lt"/>
        <a:ea typeface="+mn-ea"/>
        <a:cs typeface="+mn-cs"/>
      </a:defRPr>
    </a:lvl3pPr>
    <a:lvl4pPr marL="5246370" algn="l" defTabSz="3497580" rtl="0" eaLnBrk="1" latinLnBrk="0" hangingPunct="1">
      <a:defRPr sz="6900" kern="1200">
        <a:solidFill>
          <a:schemeClr val="tx1"/>
        </a:solidFill>
        <a:latin typeface="+mn-lt"/>
        <a:ea typeface="+mn-ea"/>
        <a:cs typeface="+mn-cs"/>
      </a:defRPr>
    </a:lvl4pPr>
    <a:lvl5pPr marL="6995160" algn="l" defTabSz="3497580" rtl="0" eaLnBrk="1" latinLnBrk="0" hangingPunct="1">
      <a:defRPr sz="6900" kern="1200">
        <a:solidFill>
          <a:schemeClr val="tx1"/>
        </a:solidFill>
        <a:latin typeface="+mn-lt"/>
        <a:ea typeface="+mn-ea"/>
        <a:cs typeface="+mn-cs"/>
      </a:defRPr>
    </a:lvl5pPr>
    <a:lvl6pPr marL="8743950" algn="l" defTabSz="3497580" rtl="0" eaLnBrk="1" latinLnBrk="0" hangingPunct="1">
      <a:defRPr sz="6900" kern="1200">
        <a:solidFill>
          <a:schemeClr val="tx1"/>
        </a:solidFill>
        <a:latin typeface="+mn-lt"/>
        <a:ea typeface="+mn-ea"/>
        <a:cs typeface="+mn-cs"/>
      </a:defRPr>
    </a:lvl6pPr>
    <a:lvl7pPr marL="10492740" algn="l" defTabSz="3497580" rtl="0" eaLnBrk="1" latinLnBrk="0" hangingPunct="1">
      <a:defRPr sz="6900" kern="1200">
        <a:solidFill>
          <a:schemeClr val="tx1"/>
        </a:solidFill>
        <a:latin typeface="+mn-lt"/>
        <a:ea typeface="+mn-ea"/>
        <a:cs typeface="+mn-cs"/>
      </a:defRPr>
    </a:lvl7pPr>
    <a:lvl8pPr marL="12241530" algn="l" defTabSz="3497580" rtl="0" eaLnBrk="1" latinLnBrk="0" hangingPunct="1">
      <a:defRPr sz="6900" kern="1200">
        <a:solidFill>
          <a:schemeClr val="tx1"/>
        </a:solidFill>
        <a:latin typeface="+mn-lt"/>
        <a:ea typeface="+mn-ea"/>
        <a:cs typeface="+mn-cs"/>
      </a:defRPr>
    </a:lvl8pPr>
    <a:lvl9pPr marL="13990320" algn="l" defTabSz="3497580" rtl="0" eaLnBrk="1" latinLnBrk="0" hangingPunct="1">
      <a:defRPr sz="6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340">
          <p15:clr>
            <a:srgbClr val="A4A3A4"/>
          </p15:clr>
        </p15:guide>
        <p15:guide id="2" pos="793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2D9"/>
    <a:srgbClr val="DBC965"/>
    <a:srgbClr val="295688"/>
    <a:srgbClr val="CC6634"/>
    <a:srgbClr val="668C46"/>
    <a:srgbClr val="663366"/>
    <a:srgbClr val="E66400"/>
    <a:srgbClr val="003399"/>
    <a:srgbClr val="915000"/>
    <a:srgbClr val="0066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74" autoAdjust="0"/>
    <p:restoredTop sz="94604"/>
  </p:normalViewPr>
  <p:slideViewPr>
    <p:cSldViewPr>
      <p:cViewPr>
        <p:scale>
          <a:sx n="66" d="100"/>
          <a:sy n="66" d="100"/>
        </p:scale>
        <p:origin x="-270" y="-8628"/>
      </p:cViewPr>
      <p:guideLst>
        <p:guide orient="horz" pos="11340"/>
        <p:guide pos="793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8" d="100"/>
          <a:sy n="88" d="100"/>
        </p:scale>
        <p:origin x="-3858" y="-12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0ABEAF-95F9-44D9-8220-B5EB390C6BFF}" type="datetimeFigureOut">
              <a:rPr lang="es-CO" smtClean="0"/>
              <a:t>15/05/2026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CB9EF3-57EF-49F1-93E1-F89EDA84B7D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644490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5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7.png"/><Relationship Id="rId7" Type="http://schemas.openxmlformats.org/officeDocument/2006/relationships/image" Target="../media/image56.png"/><Relationship Id="rId2" Type="http://schemas.openxmlformats.org/officeDocument/2006/relationships/image" Target="../media/image5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2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1890236" y="11184739"/>
            <a:ext cx="21422678" cy="771763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3780473" y="20402552"/>
            <a:ext cx="17642205" cy="92011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7487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34975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52463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6995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87439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04927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22415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399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2EE88-468A-48F5-896A-B4CE8ACA2C11}" type="datetimeFigureOut">
              <a:rPr lang="es-CO" smtClean="0"/>
              <a:t>15/05/2026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69A6C-8983-4CE5-98F7-B967F05418B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2834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2EE88-468A-48F5-896A-B4CE8ACA2C11}" type="datetimeFigureOut">
              <a:rPr lang="es-CO" smtClean="0"/>
              <a:t>15/05/2026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69A6C-8983-4CE5-98F7-B967F05418B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21561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990876" y="23136226"/>
            <a:ext cx="21422678" cy="7150894"/>
          </a:xfrm>
        </p:spPr>
        <p:txBody>
          <a:bodyPr anchor="t"/>
          <a:lstStyle>
            <a:lvl1pPr algn="l">
              <a:defRPr sz="15300" b="1" cap="all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990876" y="15260249"/>
            <a:ext cx="21422678" cy="7875980"/>
          </a:xfrm>
        </p:spPr>
        <p:txBody>
          <a:bodyPr anchor="b"/>
          <a:lstStyle>
            <a:lvl1pPr marL="0" indent="0">
              <a:buNone/>
              <a:defRPr sz="7700">
                <a:solidFill>
                  <a:schemeClr val="tx1">
                    <a:tint val="75000"/>
                  </a:schemeClr>
                </a:solidFill>
              </a:defRPr>
            </a:lvl1pPr>
            <a:lvl2pPr marL="1748790" indent="0">
              <a:buNone/>
              <a:defRPr sz="6900">
                <a:solidFill>
                  <a:schemeClr val="tx1">
                    <a:tint val="75000"/>
                  </a:schemeClr>
                </a:solidFill>
              </a:defRPr>
            </a:lvl2pPr>
            <a:lvl3pPr marL="3497580" indent="0">
              <a:buNone/>
              <a:defRPr sz="6100">
                <a:solidFill>
                  <a:schemeClr val="tx1">
                    <a:tint val="75000"/>
                  </a:schemeClr>
                </a:solidFill>
              </a:defRPr>
            </a:lvl3pPr>
            <a:lvl4pPr marL="5246370" indent="0">
              <a:buNone/>
              <a:defRPr sz="5400">
                <a:solidFill>
                  <a:schemeClr val="tx1">
                    <a:tint val="75000"/>
                  </a:schemeClr>
                </a:solidFill>
              </a:defRPr>
            </a:lvl4pPr>
            <a:lvl5pPr marL="6995160" indent="0">
              <a:buNone/>
              <a:defRPr sz="5400">
                <a:solidFill>
                  <a:schemeClr val="tx1">
                    <a:tint val="75000"/>
                  </a:schemeClr>
                </a:solidFill>
              </a:defRPr>
            </a:lvl5pPr>
            <a:lvl6pPr marL="8743950" indent="0">
              <a:buNone/>
              <a:defRPr sz="5400">
                <a:solidFill>
                  <a:schemeClr val="tx1">
                    <a:tint val="75000"/>
                  </a:schemeClr>
                </a:solidFill>
              </a:defRPr>
            </a:lvl6pPr>
            <a:lvl7pPr marL="10492740" indent="0">
              <a:buNone/>
              <a:defRPr sz="5400">
                <a:solidFill>
                  <a:schemeClr val="tx1">
                    <a:tint val="75000"/>
                  </a:schemeClr>
                </a:solidFill>
              </a:defRPr>
            </a:lvl7pPr>
            <a:lvl8pPr marL="12241530" indent="0">
              <a:buNone/>
              <a:defRPr sz="5400">
                <a:solidFill>
                  <a:schemeClr val="tx1">
                    <a:tint val="75000"/>
                  </a:schemeClr>
                </a:solidFill>
              </a:defRPr>
            </a:lvl8pPr>
            <a:lvl9pPr marL="13990320" indent="0">
              <a:buNone/>
              <a:defRPr sz="5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2EE88-468A-48F5-896A-B4CE8ACA2C11}" type="datetimeFigureOut">
              <a:rPr lang="es-CO" smtClean="0"/>
              <a:t>15/05/2026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69A6C-8983-4CE5-98F7-B967F05418B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6779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1260160" y="8401058"/>
            <a:ext cx="11131391" cy="23761304"/>
          </a:xfrm>
        </p:spPr>
        <p:txBody>
          <a:bodyPr/>
          <a:lstStyle>
            <a:lvl1pPr>
              <a:defRPr sz="10700"/>
            </a:lvl1pPr>
            <a:lvl2pPr>
              <a:defRPr sz="9200"/>
            </a:lvl2pPr>
            <a:lvl3pPr>
              <a:defRPr sz="7700"/>
            </a:lvl3pPr>
            <a:lvl4pPr>
              <a:defRPr sz="6900"/>
            </a:lvl4pPr>
            <a:lvl5pPr>
              <a:defRPr sz="6900"/>
            </a:lvl5pPr>
            <a:lvl6pPr>
              <a:defRPr sz="6900"/>
            </a:lvl6pPr>
            <a:lvl7pPr>
              <a:defRPr sz="6900"/>
            </a:lvl7pPr>
            <a:lvl8pPr>
              <a:defRPr sz="6900"/>
            </a:lvl8pPr>
            <a:lvl9pPr>
              <a:defRPr sz="6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12811603" y="8401058"/>
            <a:ext cx="11131391" cy="23761304"/>
          </a:xfrm>
        </p:spPr>
        <p:txBody>
          <a:bodyPr/>
          <a:lstStyle>
            <a:lvl1pPr>
              <a:defRPr sz="10700"/>
            </a:lvl1pPr>
            <a:lvl2pPr>
              <a:defRPr sz="9200"/>
            </a:lvl2pPr>
            <a:lvl3pPr>
              <a:defRPr sz="7700"/>
            </a:lvl3pPr>
            <a:lvl4pPr>
              <a:defRPr sz="6900"/>
            </a:lvl4pPr>
            <a:lvl5pPr>
              <a:defRPr sz="6900"/>
            </a:lvl5pPr>
            <a:lvl6pPr>
              <a:defRPr sz="6900"/>
            </a:lvl6pPr>
            <a:lvl7pPr>
              <a:defRPr sz="6900"/>
            </a:lvl7pPr>
            <a:lvl8pPr>
              <a:defRPr sz="6900"/>
            </a:lvl8pPr>
            <a:lvl9pPr>
              <a:defRPr sz="6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2EE88-468A-48F5-896A-B4CE8ACA2C11}" type="datetimeFigureOut">
              <a:rPr lang="es-CO" smtClean="0"/>
              <a:t>15/05/2026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69A6C-8983-4CE5-98F7-B967F05418B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38626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260159" y="8059343"/>
            <a:ext cx="11135768" cy="3358751"/>
          </a:xfrm>
        </p:spPr>
        <p:txBody>
          <a:bodyPr anchor="b"/>
          <a:lstStyle>
            <a:lvl1pPr marL="0" indent="0">
              <a:buNone/>
              <a:defRPr sz="9200" b="1"/>
            </a:lvl1pPr>
            <a:lvl2pPr marL="1748790" indent="0">
              <a:buNone/>
              <a:defRPr sz="7700" b="1"/>
            </a:lvl2pPr>
            <a:lvl3pPr marL="3497580" indent="0">
              <a:buNone/>
              <a:defRPr sz="6900" b="1"/>
            </a:lvl3pPr>
            <a:lvl4pPr marL="5246370" indent="0">
              <a:buNone/>
              <a:defRPr sz="6100" b="1"/>
            </a:lvl4pPr>
            <a:lvl5pPr marL="6995160" indent="0">
              <a:buNone/>
              <a:defRPr sz="6100" b="1"/>
            </a:lvl5pPr>
            <a:lvl6pPr marL="8743950" indent="0">
              <a:buNone/>
              <a:defRPr sz="6100" b="1"/>
            </a:lvl6pPr>
            <a:lvl7pPr marL="10492740" indent="0">
              <a:buNone/>
              <a:defRPr sz="6100" b="1"/>
            </a:lvl7pPr>
            <a:lvl8pPr marL="12241530" indent="0">
              <a:buNone/>
              <a:defRPr sz="6100" b="1"/>
            </a:lvl8pPr>
            <a:lvl9pPr marL="13990320" indent="0">
              <a:buNone/>
              <a:defRPr sz="6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1260159" y="11418095"/>
            <a:ext cx="11135768" cy="20744261"/>
          </a:xfrm>
        </p:spPr>
        <p:txBody>
          <a:bodyPr/>
          <a:lstStyle>
            <a:lvl1pPr>
              <a:defRPr sz="9200"/>
            </a:lvl1pPr>
            <a:lvl2pPr>
              <a:defRPr sz="7700"/>
            </a:lvl2pPr>
            <a:lvl3pPr>
              <a:defRPr sz="6900"/>
            </a:lvl3pPr>
            <a:lvl4pPr>
              <a:defRPr sz="6100"/>
            </a:lvl4pPr>
            <a:lvl5pPr>
              <a:defRPr sz="6100"/>
            </a:lvl5pPr>
            <a:lvl6pPr>
              <a:defRPr sz="6100"/>
            </a:lvl6pPr>
            <a:lvl7pPr>
              <a:defRPr sz="6100"/>
            </a:lvl7pPr>
            <a:lvl8pPr>
              <a:defRPr sz="6100"/>
            </a:lvl8pPr>
            <a:lvl9pPr>
              <a:defRPr sz="6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12802855" y="8059343"/>
            <a:ext cx="11140141" cy="3358751"/>
          </a:xfrm>
        </p:spPr>
        <p:txBody>
          <a:bodyPr anchor="b"/>
          <a:lstStyle>
            <a:lvl1pPr marL="0" indent="0">
              <a:buNone/>
              <a:defRPr sz="9200" b="1"/>
            </a:lvl1pPr>
            <a:lvl2pPr marL="1748790" indent="0">
              <a:buNone/>
              <a:defRPr sz="7700" b="1"/>
            </a:lvl2pPr>
            <a:lvl3pPr marL="3497580" indent="0">
              <a:buNone/>
              <a:defRPr sz="6900" b="1"/>
            </a:lvl3pPr>
            <a:lvl4pPr marL="5246370" indent="0">
              <a:buNone/>
              <a:defRPr sz="6100" b="1"/>
            </a:lvl4pPr>
            <a:lvl5pPr marL="6995160" indent="0">
              <a:buNone/>
              <a:defRPr sz="6100" b="1"/>
            </a:lvl5pPr>
            <a:lvl6pPr marL="8743950" indent="0">
              <a:buNone/>
              <a:defRPr sz="6100" b="1"/>
            </a:lvl6pPr>
            <a:lvl7pPr marL="10492740" indent="0">
              <a:buNone/>
              <a:defRPr sz="6100" b="1"/>
            </a:lvl7pPr>
            <a:lvl8pPr marL="12241530" indent="0">
              <a:buNone/>
              <a:defRPr sz="6100" b="1"/>
            </a:lvl8pPr>
            <a:lvl9pPr marL="13990320" indent="0">
              <a:buNone/>
              <a:defRPr sz="6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12802855" y="11418095"/>
            <a:ext cx="11140141" cy="20744261"/>
          </a:xfrm>
        </p:spPr>
        <p:txBody>
          <a:bodyPr/>
          <a:lstStyle>
            <a:lvl1pPr>
              <a:defRPr sz="9200"/>
            </a:lvl1pPr>
            <a:lvl2pPr>
              <a:defRPr sz="7700"/>
            </a:lvl2pPr>
            <a:lvl3pPr>
              <a:defRPr sz="6900"/>
            </a:lvl3pPr>
            <a:lvl4pPr>
              <a:defRPr sz="6100"/>
            </a:lvl4pPr>
            <a:lvl5pPr>
              <a:defRPr sz="6100"/>
            </a:lvl5pPr>
            <a:lvl6pPr>
              <a:defRPr sz="6100"/>
            </a:lvl6pPr>
            <a:lvl7pPr>
              <a:defRPr sz="6100"/>
            </a:lvl7pPr>
            <a:lvl8pPr>
              <a:defRPr sz="6100"/>
            </a:lvl8pPr>
            <a:lvl9pPr>
              <a:defRPr sz="6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2EE88-468A-48F5-896A-B4CE8ACA2C11}" type="datetimeFigureOut">
              <a:rPr lang="es-CO" smtClean="0"/>
              <a:t>15/05/2026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69A6C-8983-4CE5-98F7-B967F05418B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04065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2EE88-468A-48F5-896A-B4CE8ACA2C11}" type="datetimeFigureOut">
              <a:rPr lang="es-CO" smtClean="0"/>
              <a:t>15/05/2026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69A6C-8983-4CE5-98F7-B967F05418B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5550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2EE88-468A-48F5-896A-B4CE8ACA2C11}" type="datetimeFigureOut">
              <a:rPr lang="es-CO" smtClean="0"/>
              <a:t>15/05/2026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69A6C-8983-4CE5-98F7-B967F05418B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12026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>
          <a:xfrm>
            <a:off x="1224313" y="35262986"/>
            <a:ext cx="4464497" cy="468000"/>
          </a:xfrm>
        </p:spPr>
        <p:txBody>
          <a:bodyPr/>
          <a:lstStyle>
            <a:lvl1pPr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B402EE88-468A-48F5-896A-B4CE8ACA2C11}" type="datetimeFigureOut">
              <a:rPr lang="es-CO" smtClean="0"/>
              <a:pPr/>
              <a:t>15/05/2026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8650248" y="35266154"/>
            <a:ext cx="6120680" cy="468000"/>
          </a:xfrm>
        </p:spPr>
        <p:txBody>
          <a:bodyPr/>
          <a:lstStyle>
            <a:lvl1pPr algn="l"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endParaRPr lang="es-CO" dirty="0"/>
          </a:p>
        </p:txBody>
      </p:sp>
      <p:sp>
        <p:nvSpPr>
          <p:cNvPr id="6" name="6 Título"/>
          <p:cNvSpPr>
            <a:spLocks noGrp="1"/>
          </p:cNvSpPr>
          <p:nvPr>
            <p:ph type="title" hasCustomPrompt="1"/>
          </p:nvPr>
        </p:nvSpPr>
        <p:spPr>
          <a:xfrm>
            <a:off x="731101" y="3456794"/>
            <a:ext cx="23760000" cy="1440000"/>
          </a:xfrm>
        </p:spPr>
        <p:txBody>
          <a:bodyPr>
            <a:normAutofit/>
          </a:bodyPr>
          <a:lstStyle>
            <a:lvl1pPr>
              <a:defRPr sz="6000" baseline="0"/>
            </a:lvl1pPr>
          </a:lstStyle>
          <a:p>
            <a:r>
              <a:rPr lang="es-ES" dirty="0"/>
              <a:t>Título del Proyecto</a:t>
            </a:r>
            <a:endParaRPr lang="es-CO" dirty="0"/>
          </a:p>
        </p:txBody>
      </p:sp>
      <p:sp>
        <p:nvSpPr>
          <p:cNvPr id="15" name="14 Marcador de texto"/>
          <p:cNvSpPr>
            <a:spLocks noGrp="1"/>
          </p:cNvSpPr>
          <p:nvPr>
            <p:ph type="body" sz="quarter" idx="13" hasCustomPrompt="1"/>
          </p:nvPr>
        </p:nvSpPr>
        <p:spPr>
          <a:xfrm>
            <a:off x="648247" y="7057036"/>
            <a:ext cx="24050672" cy="1080119"/>
          </a:xfrm>
          <a:blipFill>
            <a:blip r:embed="rId2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ctr">
              <a:buNone/>
              <a:defRPr sz="4800">
                <a:solidFill>
                  <a:schemeClr val="bg1"/>
                </a:solidFill>
                <a:latin typeface="+mj-lt"/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Resumen</a:t>
            </a:r>
            <a:endParaRPr lang="es-CO" dirty="0"/>
          </a:p>
        </p:txBody>
      </p:sp>
      <p:pic>
        <p:nvPicPr>
          <p:cNvPr id="3075" name="Picture 3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3812" y="-71757"/>
            <a:ext cx="25269826" cy="2547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21 Marcador de texto"/>
          <p:cNvSpPr>
            <a:spLocks noGrp="1"/>
          </p:cNvSpPr>
          <p:nvPr>
            <p:ph type="body" sz="quarter" idx="14" hasCustomPrompt="1"/>
          </p:nvPr>
        </p:nvSpPr>
        <p:spPr>
          <a:xfrm>
            <a:off x="693442" y="8353177"/>
            <a:ext cx="24005479" cy="2088231"/>
          </a:xfrm>
        </p:spPr>
        <p:txBody>
          <a:bodyPr>
            <a:noAutofit/>
          </a:bodyPr>
          <a:lstStyle>
            <a:lvl1pPr marL="0" indent="0">
              <a:buNone/>
              <a:defRPr sz="3600" b="1" i="1"/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Resumen del proyecto</a:t>
            </a:r>
          </a:p>
        </p:txBody>
      </p:sp>
      <p:sp>
        <p:nvSpPr>
          <p:cNvPr id="25" name="14 Marcador de texto"/>
          <p:cNvSpPr>
            <a:spLocks noGrp="1"/>
          </p:cNvSpPr>
          <p:nvPr>
            <p:ph type="body" sz="quarter" idx="15" hasCustomPrompt="1"/>
          </p:nvPr>
        </p:nvSpPr>
        <p:spPr>
          <a:xfrm>
            <a:off x="648247" y="10945469"/>
            <a:ext cx="11520000" cy="1080119"/>
          </a:xfrm>
          <a:blipFill>
            <a:blip r:embed="rId4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l">
              <a:buNone/>
              <a:defRPr sz="48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Introducción</a:t>
            </a:r>
            <a:endParaRPr lang="es-CO" dirty="0"/>
          </a:p>
        </p:txBody>
      </p:sp>
      <p:sp>
        <p:nvSpPr>
          <p:cNvPr id="26" name="14 Marcador de texto"/>
          <p:cNvSpPr>
            <a:spLocks noGrp="1"/>
          </p:cNvSpPr>
          <p:nvPr>
            <p:ph type="body" sz="quarter" idx="16" hasCustomPrompt="1"/>
          </p:nvPr>
        </p:nvSpPr>
        <p:spPr>
          <a:xfrm>
            <a:off x="648247" y="16346069"/>
            <a:ext cx="11520000" cy="1080119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Objetivos</a:t>
            </a:r>
            <a:endParaRPr lang="es-CO" dirty="0"/>
          </a:p>
        </p:txBody>
      </p:sp>
      <p:sp>
        <p:nvSpPr>
          <p:cNvPr id="27" name="14 Marcador de texto"/>
          <p:cNvSpPr>
            <a:spLocks noGrp="1"/>
          </p:cNvSpPr>
          <p:nvPr>
            <p:ph type="body" sz="quarter" idx="17" hasCustomPrompt="1"/>
          </p:nvPr>
        </p:nvSpPr>
        <p:spPr>
          <a:xfrm>
            <a:off x="648247" y="22898795"/>
            <a:ext cx="11520000" cy="108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Metodología</a:t>
            </a:r>
            <a:endParaRPr lang="es-CO" dirty="0"/>
          </a:p>
        </p:txBody>
      </p:sp>
      <p:sp>
        <p:nvSpPr>
          <p:cNvPr id="28" name="14 Marcador de texto"/>
          <p:cNvSpPr>
            <a:spLocks noGrp="1"/>
          </p:cNvSpPr>
          <p:nvPr>
            <p:ph type="body" sz="quarter" idx="18" hasCustomPrompt="1"/>
          </p:nvPr>
        </p:nvSpPr>
        <p:spPr>
          <a:xfrm>
            <a:off x="13394944" y="10945469"/>
            <a:ext cx="11520000" cy="1080119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Diseño e implementación</a:t>
            </a:r>
            <a:endParaRPr lang="es-CO" dirty="0"/>
          </a:p>
        </p:txBody>
      </p:sp>
      <p:sp>
        <p:nvSpPr>
          <p:cNvPr id="29" name="14 Marcador de texto"/>
          <p:cNvSpPr>
            <a:spLocks noGrp="1"/>
          </p:cNvSpPr>
          <p:nvPr>
            <p:ph type="body" sz="quarter" idx="19" hasCustomPrompt="1"/>
          </p:nvPr>
        </p:nvSpPr>
        <p:spPr>
          <a:xfrm>
            <a:off x="13393663" y="19154382"/>
            <a:ext cx="11520000" cy="1080119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Resultados</a:t>
            </a:r>
            <a:endParaRPr lang="es-CO" dirty="0"/>
          </a:p>
        </p:txBody>
      </p:sp>
      <p:sp>
        <p:nvSpPr>
          <p:cNvPr id="30" name="14 Marcador de texto"/>
          <p:cNvSpPr>
            <a:spLocks noGrp="1"/>
          </p:cNvSpPr>
          <p:nvPr>
            <p:ph type="body" sz="quarter" idx="20" hasCustomPrompt="1"/>
          </p:nvPr>
        </p:nvSpPr>
        <p:spPr>
          <a:xfrm>
            <a:off x="13393663" y="28155381"/>
            <a:ext cx="11520000" cy="1080119"/>
          </a:xfrm>
          <a:blipFill>
            <a:blip r:embed="rId5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Conclusiones</a:t>
            </a:r>
            <a:endParaRPr lang="es-CO" dirty="0"/>
          </a:p>
        </p:txBody>
      </p:sp>
      <p:sp>
        <p:nvSpPr>
          <p:cNvPr id="44" name="21 Marcador de texto"/>
          <p:cNvSpPr>
            <a:spLocks noGrp="1"/>
          </p:cNvSpPr>
          <p:nvPr>
            <p:ph type="body" sz="quarter" idx="30" hasCustomPrompt="1"/>
          </p:nvPr>
        </p:nvSpPr>
        <p:spPr>
          <a:xfrm>
            <a:off x="-23814" y="2448521"/>
            <a:ext cx="12672000" cy="720000"/>
          </a:xfrm>
          <a:solidFill>
            <a:srgbClr val="EC7327">
              <a:alpha val="25098"/>
            </a:srgbClr>
          </a:solidFill>
        </p:spPr>
        <p:txBody>
          <a:bodyPr>
            <a:noAutofit/>
          </a:bodyPr>
          <a:lstStyle>
            <a:lvl1pPr marL="0" indent="0" algn="ctr">
              <a:buNone/>
              <a:defRPr sz="3600" b="1" i="0" baseline="0">
                <a:latin typeface="+mj-lt"/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COMIT – Sub área / Programa estudiante</a:t>
            </a:r>
          </a:p>
        </p:txBody>
      </p:sp>
      <p:sp>
        <p:nvSpPr>
          <p:cNvPr id="46" name="21 Marcador de texto"/>
          <p:cNvSpPr>
            <a:spLocks noGrp="1"/>
          </p:cNvSpPr>
          <p:nvPr>
            <p:ph type="body" sz="quarter" idx="31" hasCustomPrompt="1"/>
          </p:nvPr>
        </p:nvSpPr>
        <p:spPr>
          <a:xfrm>
            <a:off x="731101" y="5040810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3200" b="1">
                <a:solidFill>
                  <a:srgbClr val="25579B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&lt;Integrante 1&gt;, &lt;Integrante 2&gt;, &lt;Integrante 3&gt;</a:t>
            </a:r>
          </a:p>
        </p:txBody>
      </p:sp>
      <p:sp>
        <p:nvSpPr>
          <p:cNvPr id="47" name="21 Marcador de texto"/>
          <p:cNvSpPr>
            <a:spLocks noGrp="1"/>
          </p:cNvSpPr>
          <p:nvPr>
            <p:ph type="body" sz="quarter" idx="32" hasCustomPrompt="1"/>
          </p:nvPr>
        </p:nvSpPr>
        <p:spPr>
          <a:xfrm>
            <a:off x="731101" y="5904906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2400" b="1" i="1">
                <a:solidFill>
                  <a:srgbClr val="25579B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&lt;correo1&gt;@uniandes.edu.co, &lt;correo2&gt;@uniandes.edu.co, &lt;correo3&gt;@uniandes.edu.co</a:t>
            </a:r>
          </a:p>
        </p:txBody>
      </p:sp>
      <p:sp>
        <p:nvSpPr>
          <p:cNvPr id="41" name="40 Rectángulo"/>
          <p:cNvSpPr/>
          <p:nvPr userDrawn="1"/>
        </p:nvSpPr>
        <p:spPr>
          <a:xfrm>
            <a:off x="-1" y="34924130"/>
            <a:ext cx="25200000" cy="1080000"/>
          </a:xfrm>
          <a:prstGeom prst="rect">
            <a:avLst/>
          </a:prstGeom>
          <a:solidFill>
            <a:srgbClr val="EC7327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" name="21 Marcador de texto"/>
          <p:cNvSpPr>
            <a:spLocks noGrp="1"/>
          </p:cNvSpPr>
          <p:nvPr>
            <p:ph type="body" sz="quarter" idx="33" hasCustomPrompt="1"/>
          </p:nvPr>
        </p:nvSpPr>
        <p:spPr>
          <a:xfrm>
            <a:off x="12646013" y="2448521"/>
            <a:ext cx="12600000" cy="720000"/>
          </a:xfrm>
          <a:solidFill>
            <a:srgbClr val="EC7327">
              <a:alpha val="25098"/>
            </a:srgbClr>
          </a:solidFill>
        </p:spPr>
        <p:txBody>
          <a:bodyPr>
            <a:noAutofit/>
          </a:bodyPr>
          <a:lstStyle>
            <a:lvl1pPr marL="0" indent="0" algn="r">
              <a:buNone/>
              <a:defRPr sz="3200" b="1" i="1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Asesor: &lt;asesor&gt; (&lt;correo asesor&gt;@uniandes.edu.co)</a:t>
            </a:r>
          </a:p>
        </p:txBody>
      </p:sp>
      <p:sp>
        <p:nvSpPr>
          <p:cNvPr id="2" name="1 CuadroTexto"/>
          <p:cNvSpPr txBox="1"/>
          <p:nvPr userDrawn="1"/>
        </p:nvSpPr>
        <p:spPr>
          <a:xfrm>
            <a:off x="7272905" y="35269324"/>
            <a:ext cx="4364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http://sistemas.uniandes.edu.co</a:t>
            </a:r>
          </a:p>
        </p:txBody>
      </p:sp>
      <p:sp>
        <p:nvSpPr>
          <p:cNvPr id="33" name="32 CuadroTexto"/>
          <p:cNvSpPr txBox="1"/>
          <p:nvPr userDrawn="1"/>
        </p:nvSpPr>
        <p:spPr>
          <a:xfrm>
            <a:off x="12621207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/</a:t>
            </a:r>
            <a:r>
              <a:rPr lang="es-CO" sz="2400" b="1" dirty="0" err="1"/>
              <a:t>DISCUniandes</a:t>
            </a:r>
            <a:endParaRPr lang="es-CO" sz="2400" b="1" dirty="0"/>
          </a:p>
        </p:txBody>
      </p:sp>
      <p:sp>
        <p:nvSpPr>
          <p:cNvPr id="34" name="33 CuadroTexto"/>
          <p:cNvSpPr txBox="1"/>
          <p:nvPr userDrawn="1"/>
        </p:nvSpPr>
        <p:spPr>
          <a:xfrm>
            <a:off x="15853625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/</a:t>
            </a:r>
            <a:r>
              <a:rPr lang="es-CO" sz="2400" b="1" dirty="0" err="1"/>
              <a:t>DISCUniandes</a:t>
            </a:r>
            <a:endParaRPr lang="es-CO" sz="2400" b="1" dirty="0"/>
          </a:p>
        </p:txBody>
      </p:sp>
      <p:pic>
        <p:nvPicPr>
          <p:cNvPr id="8" name="7 Imagen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11233" y="35156826"/>
            <a:ext cx="720000" cy="720000"/>
          </a:xfrm>
          <a:prstGeom prst="rect">
            <a:avLst/>
          </a:prstGeom>
        </p:spPr>
      </p:pic>
      <p:pic>
        <p:nvPicPr>
          <p:cNvPr id="9" name="8 Imagen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3184" y="35104130"/>
            <a:ext cx="720000" cy="720000"/>
          </a:xfrm>
          <a:prstGeom prst="rect">
            <a:avLst/>
          </a:prstGeom>
        </p:spPr>
      </p:pic>
      <p:pic>
        <p:nvPicPr>
          <p:cNvPr id="10" name="9 Imagen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2903" y="35140153"/>
            <a:ext cx="720000" cy="720000"/>
          </a:xfrm>
          <a:prstGeom prst="rect">
            <a:avLst/>
          </a:prstGeom>
        </p:spPr>
      </p:pic>
      <p:sp>
        <p:nvSpPr>
          <p:cNvPr id="14" name="13 Marcador de contenido"/>
          <p:cNvSpPr>
            <a:spLocks noGrp="1"/>
          </p:cNvSpPr>
          <p:nvPr>
            <p:ph sz="quarter" idx="34" hasCustomPrompt="1"/>
          </p:nvPr>
        </p:nvSpPr>
        <p:spPr>
          <a:xfrm>
            <a:off x="648247" y="12313619"/>
            <a:ext cx="11520000" cy="3600450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la introducción</a:t>
            </a:r>
            <a:r>
              <a:rPr lang="es-CO" dirty="0"/>
              <a:t> del proyecto</a:t>
            </a:r>
            <a:endParaRPr lang="es-ES" dirty="0"/>
          </a:p>
        </p:txBody>
      </p:sp>
      <p:sp>
        <p:nvSpPr>
          <p:cNvPr id="42" name="13 Marcador de contenido"/>
          <p:cNvSpPr>
            <a:spLocks noGrp="1"/>
          </p:cNvSpPr>
          <p:nvPr>
            <p:ph sz="quarter" idx="35" hasCustomPrompt="1"/>
          </p:nvPr>
        </p:nvSpPr>
        <p:spPr>
          <a:xfrm>
            <a:off x="612904" y="17714219"/>
            <a:ext cx="11520000" cy="4896544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los objetivos </a:t>
            </a:r>
            <a:r>
              <a:rPr lang="es-CO" dirty="0"/>
              <a:t>del proyecto</a:t>
            </a:r>
            <a:endParaRPr lang="es-ES" dirty="0"/>
          </a:p>
        </p:txBody>
      </p:sp>
      <p:sp>
        <p:nvSpPr>
          <p:cNvPr id="45" name="13 Marcador de contenido"/>
          <p:cNvSpPr>
            <a:spLocks noGrp="1"/>
          </p:cNvSpPr>
          <p:nvPr>
            <p:ph sz="quarter" idx="36" hasCustomPrompt="1"/>
          </p:nvPr>
        </p:nvSpPr>
        <p:spPr>
          <a:xfrm>
            <a:off x="13393663" y="12313568"/>
            <a:ext cx="11520000" cy="655277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el diseño e implementación del </a:t>
            </a:r>
            <a:r>
              <a:rPr lang="es-CO" dirty="0"/>
              <a:t>proyecto</a:t>
            </a:r>
            <a:endParaRPr lang="es-ES" dirty="0"/>
          </a:p>
        </p:txBody>
      </p:sp>
      <p:sp>
        <p:nvSpPr>
          <p:cNvPr id="48" name="13 Marcador de contenido"/>
          <p:cNvSpPr>
            <a:spLocks noGrp="1"/>
          </p:cNvSpPr>
          <p:nvPr>
            <p:ph sz="quarter" idx="37" hasCustomPrompt="1"/>
          </p:nvPr>
        </p:nvSpPr>
        <p:spPr>
          <a:xfrm>
            <a:off x="648247" y="24482970"/>
            <a:ext cx="11520000" cy="10081120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la metodología </a:t>
            </a:r>
            <a:r>
              <a:rPr lang="es-CO" dirty="0"/>
              <a:t>del proyecto</a:t>
            </a:r>
            <a:endParaRPr lang="es-ES" dirty="0"/>
          </a:p>
        </p:txBody>
      </p:sp>
      <p:sp>
        <p:nvSpPr>
          <p:cNvPr id="49" name="13 Marcador de contenido"/>
          <p:cNvSpPr>
            <a:spLocks noGrp="1"/>
          </p:cNvSpPr>
          <p:nvPr>
            <p:ph sz="quarter" idx="38" hasCustomPrompt="1"/>
          </p:nvPr>
        </p:nvSpPr>
        <p:spPr>
          <a:xfrm>
            <a:off x="13393663" y="20594488"/>
            <a:ext cx="11520000" cy="727285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los resultados del </a:t>
            </a:r>
            <a:r>
              <a:rPr lang="es-CO" dirty="0"/>
              <a:t>proyecto</a:t>
            </a:r>
            <a:endParaRPr lang="es-ES" dirty="0"/>
          </a:p>
        </p:txBody>
      </p:sp>
      <p:sp>
        <p:nvSpPr>
          <p:cNvPr id="50" name="13 Marcador de contenido"/>
          <p:cNvSpPr>
            <a:spLocks noGrp="1"/>
          </p:cNvSpPr>
          <p:nvPr>
            <p:ph sz="quarter" idx="39" hasCustomPrompt="1"/>
          </p:nvPr>
        </p:nvSpPr>
        <p:spPr>
          <a:xfrm>
            <a:off x="13393663" y="29451522"/>
            <a:ext cx="11520000" cy="511261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las conclusiones del </a:t>
            </a:r>
            <a:r>
              <a:rPr lang="es-CO" dirty="0"/>
              <a:t>proyecto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71459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S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>
          <a:xfrm>
            <a:off x="1224313" y="35262986"/>
            <a:ext cx="4464497" cy="468000"/>
          </a:xfrm>
        </p:spPr>
        <p:txBody>
          <a:bodyPr/>
          <a:lstStyle>
            <a:lvl1pPr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B402EE88-468A-48F5-896A-B4CE8ACA2C11}" type="datetimeFigureOut">
              <a:rPr lang="es-CO" smtClean="0"/>
              <a:pPr/>
              <a:t>15/05/2026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8650248" y="35266154"/>
            <a:ext cx="6120680" cy="468000"/>
          </a:xfrm>
        </p:spPr>
        <p:txBody>
          <a:bodyPr/>
          <a:lstStyle>
            <a:lvl1pPr algn="l"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endParaRPr lang="es-CO" dirty="0"/>
          </a:p>
        </p:txBody>
      </p:sp>
      <p:sp>
        <p:nvSpPr>
          <p:cNvPr id="6" name="6 Título"/>
          <p:cNvSpPr>
            <a:spLocks noGrp="1"/>
          </p:cNvSpPr>
          <p:nvPr>
            <p:ph type="title" hasCustomPrompt="1"/>
          </p:nvPr>
        </p:nvSpPr>
        <p:spPr>
          <a:xfrm>
            <a:off x="731101" y="3456794"/>
            <a:ext cx="23760000" cy="1440000"/>
          </a:xfrm>
        </p:spPr>
        <p:txBody>
          <a:bodyPr>
            <a:normAutofit/>
          </a:bodyPr>
          <a:lstStyle>
            <a:lvl1pPr>
              <a:defRPr sz="6000" baseline="0"/>
            </a:lvl1pPr>
          </a:lstStyle>
          <a:p>
            <a:r>
              <a:rPr lang="es-ES" dirty="0"/>
              <a:t>Título del Proyecto</a:t>
            </a:r>
            <a:endParaRPr lang="es-CO" dirty="0"/>
          </a:p>
        </p:txBody>
      </p:sp>
      <p:sp>
        <p:nvSpPr>
          <p:cNvPr id="15" name="14 Marcador de texto"/>
          <p:cNvSpPr>
            <a:spLocks noGrp="1"/>
          </p:cNvSpPr>
          <p:nvPr>
            <p:ph type="body" sz="quarter" idx="13" hasCustomPrompt="1"/>
          </p:nvPr>
        </p:nvSpPr>
        <p:spPr>
          <a:xfrm>
            <a:off x="648247" y="7057036"/>
            <a:ext cx="24050672" cy="1080119"/>
          </a:xfrm>
          <a:blipFill>
            <a:blip r:embed="rId2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ctr">
              <a:buNone/>
              <a:defRPr sz="4800">
                <a:solidFill>
                  <a:schemeClr val="bg1"/>
                </a:solidFill>
                <a:latin typeface="+mj-lt"/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Resumen</a:t>
            </a:r>
            <a:endParaRPr lang="es-CO" dirty="0"/>
          </a:p>
        </p:txBody>
      </p:sp>
      <p:sp>
        <p:nvSpPr>
          <p:cNvPr id="22" name="21 Marcador de texto"/>
          <p:cNvSpPr>
            <a:spLocks noGrp="1"/>
          </p:cNvSpPr>
          <p:nvPr>
            <p:ph type="body" sz="quarter" idx="14" hasCustomPrompt="1"/>
          </p:nvPr>
        </p:nvSpPr>
        <p:spPr>
          <a:xfrm>
            <a:off x="693442" y="8353177"/>
            <a:ext cx="24005479" cy="2088231"/>
          </a:xfrm>
        </p:spPr>
        <p:txBody>
          <a:bodyPr>
            <a:noAutofit/>
          </a:bodyPr>
          <a:lstStyle>
            <a:lvl1pPr marL="0" indent="0">
              <a:buNone/>
              <a:defRPr sz="3600" b="1" i="1"/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Resumen del proyecto</a:t>
            </a:r>
          </a:p>
        </p:txBody>
      </p:sp>
      <p:sp>
        <p:nvSpPr>
          <p:cNvPr id="25" name="14 Marcador de texto"/>
          <p:cNvSpPr>
            <a:spLocks noGrp="1"/>
          </p:cNvSpPr>
          <p:nvPr>
            <p:ph type="body" sz="quarter" idx="15" hasCustomPrompt="1"/>
          </p:nvPr>
        </p:nvSpPr>
        <p:spPr>
          <a:xfrm>
            <a:off x="648247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l">
              <a:buNone/>
              <a:defRPr sz="48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Introducción</a:t>
            </a:r>
            <a:endParaRPr lang="es-CO" dirty="0"/>
          </a:p>
        </p:txBody>
      </p:sp>
      <p:sp>
        <p:nvSpPr>
          <p:cNvPr id="26" name="14 Marcador de texto"/>
          <p:cNvSpPr>
            <a:spLocks noGrp="1"/>
          </p:cNvSpPr>
          <p:nvPr>
            <p:ph type="body" sz="quarter" idx="16" hasCustomPrompt="1"/>
          </p:nvPr>
        </p:nvSpPr>
        <p:spPr>
          <a:xfrm>
            <a:off x="648247" y="163460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Objetivos</a:t>
            </a:r>
            <a:endParaRPr lang="es-CO" dirty="0"/>
          </a:p>
        </p:txBody>
      </p:sp>
      <p:sp>
        <p:nvSpPr>
          <p:cNvPr id="27" name="14 Marcador de texto"/>
          <p:cNvSpPr>
            <a:spLocks noGrp="1"/>
          </p:cNvSpPr>
          <p:nvPr>
            <p:ph type="body" sz="quarter" idx="17" hasCustomPrompt="1"/>
          </p:nvPr>
        </p:nvSpPr>
        <p:spPr>
          <a:xfrm>
            <a:off x="648247" y="22898795"/>
            <a:ext cx="11520000" cy="108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Metodología</a:t>
            </a:r>
            <a:endParaRPr lang="es-CO" dirty="0"/>
          </a:p>
        </p:txBody>
      </p:sp>
      <p:sp>
        <p:nvSpPr>
          <p:cNvPr id="28" name="14 Marcador de texto"/>
          <p:cNvSpPr>
            <a:spLocks noGrp="1"/>
          </p:cNvSpPr>
          <p:nvPr>
            <p:ph type="body" sz="quarter" idx="18" hasCustomPrompt="1"/>
          </p:nvPr>
        </p:nvSpPr>
        <p:spPr>
          <a:xfrm>
            <a:off x="13394944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Diseño e implementación</a:t>
            </a:r>
            <a:endParaRPr lang="es-CO" dirty="0"/>
          </a:p>
        </p:txBody>
      </p:sp>
      <p:sp>
        <p:nvSpPr>
          <p:cNvPr id="29" name="14 Marcador de texto"/>
          <p:cNvSpPr>
            <a:spLocks noGrp="1"/>
          </p:cNvSpPr>
          <p:nvPr>
            <p:ph type="body" sz="quarter" idx="19" hasCustomPrompt="1"/>
          </p:nvPr>
        </p:nvSpPr>
        <p:spPr>
          <a:xfrm>
            <a:off x="13393663" y="19154382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Resultados</a:t>
            </a:r>
            <a:endParaRPr lang="es-CO" dirty="0"/>
          </a:p>
        </p:txBody>
      </p:sp>
      <p:sp>
        <p:nvSpPr>
          <p:cNvPr id="30" name="14 Marcador de texto"/>
          <p:cNvSpPr>
            <a:spLocks noGrp="1"/>
          </p:cNvSpPr>
          <p:nvPr>
            <p:ph type="body" sz="quarter" idx="20" hasCustomPrompt="1"/>
          </p:nvPr>
        </p:nvSpPr>
        <p:spPr>
          <a:xfrm>
            <a:off x="13393663" y="28155381"/>
            <a:ext cx="11520000" cy="1080119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Conclusiones</a:t>
            </a:r>
            <a:endParaRPr lang="es-CO" dirty="0"/>
          </a:p>
        </p:txBody>
      </p:sp>
      <p:sp>
        <p:nvSpPr>
          <p:cNvPr id="44" name="21 Marcador de texto"/>
          <p:cNvSpPr>
            <a:spLocks noGrp="1"/>
          </p:cNvSpPr>
          <p:nvPr>
            <p:ph type="body" sz="quarter" idx="30" hasCustomPrompt="1"/>
          </p:nvPr>
        </p:nvSpPr>
        <p:spPr>
          <a:xfrm>
            <a:off x="-23814" y="2448521"/>
            <a:ext cx="12672000" cy="720000"/>
          </a:xfrm>
          <a:solidFill>
            <a:srgbClr val="24AAE1">
              <a:alpha val="25098"/>
            </a:srgbClr>
          </a:solidFill>
        </p:spPr>
        <p:txBody>
          <a:bodyPr>
            <a:noAutofit/>
          </a:bodyPr>
          <a:lstStyle>
            <a:lvl1pPr marL="0" indent="0" algn="ctr">
              <a:buNone/>
              <a:defRPr sz="3600" b="1" i="0" baseline="0">
                <a:latin typeface="+mj-lt"/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err="1"/>
              <a:t>TICSw</a:t>
            </a:r>
            <a:r>
              <a:rPr lang="es-ES" dirty="0"/>
              <a:t> – Sub área / Programa estudiante</a:t>
            </a:r>
          </a:p>
        </p:txBody>
      </p:sp>
      <p:sp>
        <p:nvSpPr>
          <p:cNvPr id="46" name="21 Marcador de texto"/>
          <p:cNvSpPr>
            <a:spLocks noGrp="1"/>
          </p:cNvSpPr>
          <p:nvPr>
            <p:ph type="body" sz="quarter" idx="31" hasCustomPrompt="1"/>
          </p:nvPr>
        </p:nvSpPr>
        <p:spPr>
          <a:xfrm>
            <a:off x="731101" y="5040810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3200" b="1">
                <a:solidFill>
                  <a:srgbClr val="E1244B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&lt;Integrante 1&gt;, &lt;Integrante 2&gt;, &lt;Integrante 3&gt;</a:t>
            </a:r>
          </a:p>
        </p:txBody>
      </p:sp>
      <p:sp>
        <p:nvSpPr>
          <p:cNvPr id="47" name="21 Marcador de texto"/>
          <p:cNvSpPr>
            <a:spLocks noGrp="1"/>
          </p:cNvSpPr>
          <p:nvPr>
            <p:ph type="body" sz="quarter" idx="32" hasCustomPrompt="1"/>
          </p:nvPr>
        </p:nvSpPr>
        <p:spPr>
          <a:xfrm>
            <a:off x="731101" y="5904906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2400" b="1" i="1">
                <a:solidFill>
                  <a:srgbClr val="E1244B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&lt;correo1&gt;@uniandes.edu.co, &lt;correo2&gt;@uniandes.edu.co, &lt;correo3&gt;@uniandes.edu.co</a:t>
            </a:r>
          </a:p>
        </p:txBody>
      </p:sp>
      <p:sp>
        <p:nvSpPr>
          <p:cNvPr id="41" name="40 Rectángulo"/>
          <p:cNvSpPr/>
          <p:nvPr userDrawn="1"/>
        </p:nvSpPr>
        <p:spPr>
          <a:xfrm>
            <a:off x="-1" y="34924130"/>
            <a:ext cx="25200000" cy="1080000"/>
          </a:xfrm>
          <a:prstGeom prst="rect">
            <a:avLst/>
          </a:prstGeom>
          <a:solidFill>
            <a:srgbClr val="24AAE1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/>
              <a:t> </a:t>
            </a:r>
          </a:p>
        </p:txBody>
      </p:sp>
      <p:sp>
        <p:nvSpPr>
          <p:cNvPr id="32" name="21 Marcador de texto"/>
          <p:cNvSpPr>
            <a:spLocks noGrp="1"/>
          </p:cNvSpPr>
          <p:nvPr>
            <p:ph type="body" sz="quarter" idx="33" hasCustomPrompt="1"/>
          </p:nvPr>
        </p:nvSpPr>
        <p:spPr>
          <a:xfrm>
            <a:off x="12646013" y="2448521"/>
            <a:ext cx="12600000" cy="720000"/>
          </a:xfrm>
          <a:solidFill>
            <a:srgbClr val="24AAE1">
              <a:alpha val="25098"/>
            </a:srgbClr>
          </a:solidFill>
        </p:spPr>
        <p:txBody>
          <a:bodyPr>
            <a:noAutofit/>
          </a:bodyPr>
          <a:lstStyle>
            <a:lvl1pPr marL="0" indent="0" algn="r">
              <a:buNone/>
              <a:defRPr sz="3200" b="1" i="1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Asesor: &lt;asesor&gt; (&lt;correo asesor&gt;@uniandes.edu.co)</a:t>
            </a:r>
          </a:p>
        </p:txBody>
      </p:sp>
      <p:sp>
        <p:nvSpPr>
          <p:cNvPr id="2" name="1 CuadroTexto"/>
          <p:cNvSpPr txBox="1"/>
          <p:nvPr userDrawn="1"/>
        </p:nvSpPr>
        <p:spPr>
          <a:xfrm>
            <a:off x="7272905" y="35269324"/>
            <a:ext cx="4364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http://sistemas.uniandes.edu.co</a:t>
            </a:r>
          </a:p>
        </p:txBody>
      </p:sp>
      <p:sp>
        <p:nvSpPr>
          <p:cNvPr id="33" name="32 CuadroTexto"/>
          <p:cNvSpPr txBox="1"/>
          <p:nvPr userDrawn="1"/>
        </p:nvSpPr>
        <p:spPr>
          <a:xfrm>
            <a:off x="12621207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/</a:t>
            </a:r>
            <a:r>
              <a:rPr lang="es-CO" sz="2400" b="1" dirty="0" err="1"/>
              <a:t>DISCUniandes</a:t>
            </a:r>
            <a:endParaRPr lang="es-CO" sz="2400" b="1" dirty="0"/>
          </a:p>
        </p:txBody>
      </p:sp>
      <p:sp>
        <p:nvSpPr>
          <p:cNvPr id="34" name="33 CuadroTexto"/>
          <p:cNvSpPr txBox="1"/>
          <p:nvPr userDrawn="1"/>
        </p:nvSpPr>
        <p:spPr>
          <a:xfrm>
            <a:off x="15853625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/</a:t>
            </a:r>
            <a:r>
              <a:rPr lang="es-CO" sz="2400" b="1" dirty="0" err="1"/>
              <a:t>DISCUniandes</a:t>
            </a:r>
            <a:endParaRPr lang="es-CO" sz="2400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1"/>
            <a:ext cx="25200000" cy="2538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4 Imagen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2984" y="35140234"/>
            <a:ext cx="720000" cy="720000"/>
          </a:xfrm>
          <a:prstGeom prst="rect">
            <a:avLst/>
          </a:prstGeom>
        </p:spPr>
      </p:pic>
      <p:pic>
        <p:nvPicPr>
          <p:cNvPr id="7" name="6 Imagen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53583" y="35104130"/>
            <a:ext cx="720000" cy="720000"/>
          </a:xfrm>
          <a:prstGeom prst="rect">
            <a:avLst/>
          </a:prstGeom>
        </p:spPr>
      </p:pic>
      <p:pic>
        <p:nvPicPr>
          <p:cNvPr id="11" name="10 Imagen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65871" y="35201896"/>
            <a:ext cx="720000" cy="580646"/>
          </a:xfrm>
          <a:prstGeom prst="rect">
            <a:avLst/>
          </a:prstGeom>
        </p:spPr>
      </p:pic>
      <p:sp>
        <p:nvSpPr>
          <p:cNvPr id="38" name="13 Marcador de contenido"/>
          <p:cNvSpPr>
            <a:spLocks noGrp="1"/>
          </p:cNvSpPr>
          <p:nvPr>
            <p:ph sz="quarter" idx="34" hasCustomPrompt="1"/>
          </p:nvPr>
        </p:nvSpPr>
        <p:spPr>
          <a:xfrm>
            <a:off x="648247" y="12313619"/>
            <a:ext cx="11520000" cy="3600450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la introducción</a:t>
            </a:r>
            <a:r>
              <a:rPr lang="es-CO" dirty="0"/>
              <a:t> del proyecto</a:t>
            </a:r>
            <a:endParaRPr lang="es-ES" dirty="0"/>
          </a:p>
        </p:txBody>
      </p:sp>
      <p:sp>
        <p:nvSpPr>
          <p:cNvPr id="42" name="13 Marcador de contenido"/>
          <p:cNvSpPr>
            <a:spLocks noGrp="1"/>
          </p:cNvSpPr>
          <p:nvPr>
            <p:ph sz="quarter" idx="35" hasCustomPrompt="1"/>
          </p:nvPr>
        </p:nvSpPr>
        <p:spPr>
          <a:xfrm>
            <a:off x="612904" y="17714219"/>
            <a:ext cx="11520000" cy="4896544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los objetivos </a:t>
            </a:r>
            <a:r>
              <a:rPr lang="es-CO" dirty="0"/>
              <a:t>del proyecto</a:t>
            </a:r>
            <a:endParaRPr lang="es-ES" dirty="0"/>
          </a:p>
        </p:txBody>
      </p:sp>
      <p:sp>
        <p:nvSpPr>
          <p:cNvPr id="45" name="13 Marcador de contenido"/>
          <p:cNvSpPr>
            <a:spLocks noGrp="1"/>
          </p:cNvSpPr>
          <p:nvPr>
            <p:ph sz="quarter" idx="36" hasCustomPrompt="1"/>
          </p:nvPr>
        </p:nvSpPr>
        <p:spPr>
          <a:xfrm>
            <a:off x="13393663" y="12313568"/>
            <a:ext cx="11520000" cy="655277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el diseño e implementación del </a:t>
            </a:r>
            <a:r>
              <a:rPr lang="es-CO" dirty="0"/>
              <a:t>proyecto</a:t>
            </a:r>
            <a:endParaRPr lang="es-ES" dirty="0"/>
          </a:p>
        </p:txBody>
      </p:sp>
      <p:sp>
        <p:nvSpPr>
          <p:cNvPr id="48" name="13 Marcador de contenido"/>
          <p:cNvSpPr>
            <a:spLocks noGrp="1"/>
          </p:cNvSpPr>
          <p:nvPr>
            <p:ph sz="quarter" idx="37" hasCustomPrompt="1"/>
          </p:nvPr>
        </p:nvSpPr>
        <p:spPr>
          <a:xfrm>
            <a:off x="648247" y="24482970"/>
            <a:ext cx="11520000" cy="10081120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la metodología </a:t>
            </a:r>
            <a:r>
              <a:rPr lang="es-CO" dirty="0"/>
              <a:t>del proyecto</a:t>
            </a:r>
            <a:endParaRPr lang="es-ES" dirty="0"/>
          </a:p>
        </p:txBody>
      </p:sp>
      <p:sp>
        <p:nvSpPr>
          <p:cNvPr id="49" name="13 Marcador de contenido"/>
          <p:cNvSpPr>
            <a:spLocks noGrp="1"/>
          </p:cNvSpPr>
          <p:nvPr>
            <p:ph sz="quarter" idx="38" hasCustomPrompt="1"/>
          </p:nvPr>
        </p:nvSpPr>
        <p:spPr>
          <a:xfrm>
            <a:off x="13393663" y="20594488"/>
            <a:ext cx="11520000" cy="727285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los resultados del </a:t>
            </a:r>
            <a:r>
              <a:rPr lang="es-CO" dirty="0"/>
              <a:t>proyecto</a:t>
            </a:r>
            <a:endParaRPr lang="es-ES" dirty="0"/>
          </a:p>
        </p:txBody>
      </p:sp>
      <p:sp>
        <p:nvSpPr>
          <p:cNvPr id="50" name="13 Marcador de contenido"/>
          <p:cNvSpPr>
            <a:spLocks noGrp="1"/>
          </p:cNvSpPr>
          <p:nvPr>
            <p:ph sz="quarter" idx="39" hasCustomPrompt="1"/>
          </p:nvPr>
        </p:nvSpPr>
        <p:spPr>
          <a:xfrm>
            <a:off x="13393663" y="29451522"/>
            <a:ext cx="11520000" cy="511261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las conclusiones del </a:t>
            </a:r>
            <a:r>
              <a:rPr lang="es-CO" dirty="0"/>
              <a:t>proyecto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826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>
          <a:xfrm>
            <a:off x="1224313" y="35262986"/>
            <a:ext cx="4464497" cy="468000"/>
          </a:xfrm>
        </p:spPr>
        <p:txBody>
          <a:bodyPr/>
          <a:lstStyle>
            <a:lvl1pPr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B402EE88-468A-48F5-896A-B4CE8ACA2C11}" type="datetimeFigureOut">
              <a:rPr lang="es-CO" smtClean="0"/>
              <a:pPr/>
              <a:t>15/05/2026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8650248" y="35266154"/>
            <a:ext cx="6120680" cy="468000"/>
          </a:xfrm>
        </p:spPr>
        <p:txBody>
          <a:bodyPr/>
          <a:lstStyle>
            <a:lvl1pPr algn="l"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endParaRPr lang="es-CO" dirty="0"/>
          </a:p>
        </p:txBody>
      </p:sp>
      <p:sp>
        <p:nvSpPr>
          <p:cNvPr id="6" name="6 Título"/>
          <p:cNvSpPr>
            <a:spLocks noGrp="1"/>
          </p:cNvSpPr>
          <p:nvPr>
            <p:ph type="title" hasCustomPrompt="1"/>
          </p:nvPr>
        </p:nvSpPr>
        <p:spPr>
          <a:xfrm>
            <a:off x="731101" y="3456794"/>
            <a:ext cx="23760000" cy="1440000"/>
          </a:xfrm>
        </p:spPr>
        <p:txBody>
          <a:bodyPr>
            <a:normAutofit/>
          </a:bodyPr>
          <a:lstStyle>
            <a:lvl1pPr>
              <a:defRPr sz="6000" baseline="0"/>
            </a:lvl1pPr>
          </a:lstStyle>
          <a:p>
            <a:r>
              <a:rPr lang="es-ES" dirty="0"/>
              <a:t>Título del Proyecto</a:t>
            </a:r>
            <a:endParaRPr lang="es-CO" dirty="0"/>
          </a:p>
        </p:txBody>
      </p:sp>
      <p:sp>
        <p:nvSpPr>
          <p:cNvPr id="15" name="14 Marcador de texto"/>
          <p:cNvSpPr>
            <a:spLocks noGrp="1"/>
          </p:cNvSpPr>
          <p:nvPr>
            <p:ph type="body" sz="quarter" idx="13" hasCustomPrompt="1"/>
          </p:nvPr>
        </p:nvSpPr>
        <p:spPr>
          <a:xfrm>
            <a:off x="648247" y="7057036"/>
            <a:ext cx="24050672" cy="1080119"/>
          </a:xfrm>
          <a:blipFill>
            <a:blip r:embed="rId2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ctr">
              <a:buNone/>
              <a:defRPr sz="4800">
                <a:solidFill>
                  <a:schemeClr val="bg1"/>
                </a:solidFill>
                <a:latin typeface="+mj-lt"/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Resumen</a:t>
            </a:r>
            <a:endParaRPr lang="es-CO" dirty="0"/>
          </a:p>
        </p:txBody>
      </p:sp>
      <p:sp>
        <p:nvSpPr>
          <p:cNvPr id="22" name="21 Marcador de texto"/>
          <p:cNvSpPr>
            <a:spLocks noGrp="1"/>
          </p:cNvSpPr>
          <p:nvPr>
            <p:ph type="body" sz="quarter" idx="14" hasCustomPrompt="1"/>
          </p:nvPr>
        </p:nvSpPr>
        <p:spPr>
          <a:xfrm>
            <a:off x="693442" y="8353177"/>
            <a:ext cx="24005479" cy="2088231"/>
          </a:xfrm>
        </p:spPr>
        <p:txBody>
          <a:bodyPr>
            <a:noAutofit/>
          </a:bodyPr>
          <a:lstStyle>
            <a:lvl1pPr marL="0" indent="0">
              <a:buNone/>
              <a:defRPr sz="3600" b="1" i="1"/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Resumen del proyecto</a:t>
            </a:r>
          </a:p>
        </p:txBody>
      </p:sp>
      <p:sp>
        <p:nvSpPr>
          <p:cNvPr id="25" name="14 Marcador de texto"/>
          <p:cNvSpPr>
            <a:spLocks noGrp="1"/>
          </p:cNvSpPr>
          <p:nvPr>
            <p:ph type="body" sz="quarter" idx="15" hasCustomPrompt="1"/>
          </p:nvPr>
        </p:nvSpPr>
        <p:spPr>
          <a:xfrm>
            <a:off x="648247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l">
              <a:buNone/>
              <a:defRPr sz="48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Introducción</a:t>
            </a:r>
            <a:endParaRPr lang="es-CO" dirty="0"/>
          </a:p>
        </p:txBody>
      </p:sp>
      <p:sp>
        <p:nvSpPr>
          <p:cNvPr id="26" name="14 Marcador de texto"/>
          <p:cNvSpPr>
            <a:spLocks noGrp="1"/>
          </p:cNvSpPr>
          <p:nvPr>
            <p:ph type="body" sz="quarter" idx="16" hasCustomPrompt="1"/>
          </p:nvPr>
        </p:nvSpPr>
        <p:spPr>
          <a:xfrm>
            <a:off x="648247" y="163460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Objetivos</a:t>
            </a:r>
            <a:endParaRPr lang="es-CO" dirty="0"/>
          </a:p>
        </p:txBody>
      </p:sp>
      <p:sp>
        <p:nvSpPr>
          <p:cNvPr id="27" name="14 Marcador de texto"/>
          <p:cNvSpPr>
            <a:spLocks noGrp="1"/>
          </p:cNvSpPr>
          <p:nvPr>
            <p:ph type="body" sz="quarter" idx="17" hasCustomPrompt="1"/>
          </p:nvPr>
        </p:nvSpPr>
        <p:spPr>
          <a:xfrm>
            <a:off x="648247" y="22898795"/>
            <a:ext cx="11520000" cy="108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Metodología</a:t>
            </a:r>
            <a:endParaRPr lang="es-CO" dirty="0"/>
          </a:p>
        </p:txBody>
      </p:sp>
      <p:sp>
        <p:nvSpPr>
          <p:cNvPr id="28" name="14 Marcador de texto"/>
          <p:cNvSpPr>
            <a:spLocks noGrp="1"/>
          </p:cNvSpPr>
          <p:nvPr>
            <p:ph type="body" sz="quarter" idx="18" hasCustomPrompt="1"/>
          </p:nvPr>
        </p:nvSpPr>
        <p:spPr>
          <a:xfrm>
            <a:off x="13394944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Diseño e implementación</a:t>
            </a:r>
            <a:endParaRPr lang="es-CO" dirty="0"/>
          </a:p>
        </p:txBody>
      </p:sp>
      <p:sp>
        <p:nvSpPr>
          <p:cNvPr id="29" name="14 Marcador de texto"/>
          <p:cNvSpPr>
            <a:spLocks noGrp="1"/>
          </p:cNvSpPr>
          <p:nvPr>
            <p:ph type="body" sz="quarter" idx="19" hasCustomPrompt="1"/>
          </p:nvPr>
        </p:nvSpPr>
        <p:spPr>
          <a:xfrm>
            <a:off x="13393663" y="19154382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Resultados</a:t>
            </a:r>
            <a:endParaRPr lang="es-CO" dirty="0"/>
          </a:p>
        </p:txBody>
      </p:sp>
      <p:sp>
        <p:nvSpPr>
          <p:cNvPr id="30" name="14 Marcador de texto"/>
          <p:cNvSpPr>
            <a:spLocks noGrp="1"/>
          </p:cNvSpPr>
          <p:nvPr>
            <p:ph type="body" sz="quarter" idx="20" hasCustomPrompt="1"/>
          </p:nvPr>
        </p:nvSpPr>
        <p:spPr>
          <a:xfrm>
            <a:off x="13393663" y="28155381"/>
            <a:ext cx="11520000" cy="1080119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Conclusiones</a:t>
            </a:r>
            <a:endParaRPr lang="es-CO" dirty="0"/>
          </a:p>
        </p:txBody>
      </p:sp>
      <p:sp>
        <p:nvSpPr>
          <p:cNvPr id="44" name="21 Marcador de texto"/>
          <p:cNvSpPr>
            <a:spLocks noGrp="1"/>
          </p:cNvSpPr>
          <p:nvPr>
            <p:ph type="body" sz="quarter" idx="30" hasCustomPrompt="1"/>
          </p:nvPr>
        </p:nvSpPr>
        <p:spPr>
          <a:xfrm>
            <a:off x="-23814" y="2448521"/>
            <a:ext cx="12672000" cy="720000"/>
          </a:xfrm>
          <a:solidFill>
            <a:srgbClr val="57AC46">
              <a:alpha val="25098"/>
            </a:srgbClr>
          </a:solidFill>
        </p:spPr>
        <p:txBody>
          <a:bodyPr>
            <a:noAutofit/>
          </a:bodyPr>
          <a:lstStyle>
            <a:lvl1pPr marL="0" indent="0" algn="ctr">
              <a:buNone/>
              <a:defRPr sz="3600" b="1" i="0" baseline="0">
                <a:latin typeface="+mj-lt"/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IMAGINE / Programa estudiante</a:t>
            </a:r>
          </a:p>
        </p:txBody>
      </p:sp>
      <p:sp>
        <p:nvSpPr>
          <p:cNvPr id="46" name="21 Marcador de texto"/>
          <p:cNvSpPr>
            <a:spLocks noGrp="1"/>
          </p:cNvSpPr>
          <p:nvPr>
            <p:ph type="body" sz="quarter" idx="31" hasCustomPrompt="1"/>
          </p:nvPr>
        </p:nvSpPr>
        <p:spPr>
          <a:xfrm>
            <a:off x="731101" y="5040810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3200" b="1">
                <a:solidFill>
                  <a:srgbClr val="9F417E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&lt;Integrante 1&gt;, &lt;Integrante 2&gt;, &lt;Integrante 3&gt;</a:t>
            </a:r>
          </a:p>
        </p:txBody>
      </p:sp>
      <p:sp>
        <p:nvSpPr>
          <p:cNvPr id="47" name="21 Marcador de texto"/>
          <p:cNvSpPr>
            <a:spLocks noGrp="1"/>
          </p:cNvSpPr>
          <p:nvPr>
            <p:ph type="body" sz="quarter" idx="32" hasCustomPrompt="1"/>
          </p:nvPr>
        </p:nvSpPr>
        <p:spPr>
          <a:xfrm>
            <a:off x="731101" y="5904906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2400" b="1" i="1">
                <a:solidFill>
                  <a:srgbClr val="9F417E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&lt;correo1&gt;@uniandes.edu.co, &lt;correo2&gt;@uniandes.edu.co, &lt;correo3&gt;@uniandes.edu.co</a:t>
            </a:r>
          </a:p>
        </p:txBody>
      </p:sp>
      <p:sp>
        <p:nvSpPr>
          <p:cNvPr id="41" name="40 Rectángulo"/>
          <p:cNvSpPr/>
          <p:nvPr userDrawn="1"/>
        </p:nvSpPr>
        <p:spPr>
          <a:xfrm>
            <a:off x="-1" y="34924130"/>
            <a:ext cx="25200000" cy="1080000"/>
          </a:xfrm>
          <a:prstGeom prst="rect">
            <a:avLst/>
          </a:prstGeom>
          <a:solidFill>
            <a:srgbClr val="57AC46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/>
              <a:t> </a:t>
            </a:r>
          </a:p>
        </p:txBody>
      </p:sp>
      <p:sp>
        <p:nvSpPr>
          <p:cNvPr id="32" name="21 Marcador de texto"/>
          <p:cNvSpPr>
            <a:spLocks noGrp="1"/>
          </p:cNvSpPr>
          <p:nvPr>
            <p:ph type="body" sz="quarter" idx="33" hasCustomPrompt="1"/>
          </p:nvPr>
        </p:nvSpPr>
        <p:spPr>
          <a:xfrm>
            <a:off x="12646013" y="2448521"/>
            <a:ext cx="12600000" cy="720000"/>
          </a:xfrm>
          <a:solidFill>
            <a:srgbClr val="57AC46">
              <a:alpha val="25098"/>
            </a:srgbClr>
          </a:solidFill>
        </p:spPr>
        <p:txBody>
          <a:bodyPr>
            <a:noAutofit/>
          </a:bodyPr>
          <a:lstStyle>
            <a:lvl1pPr marL="0" indent="0" algn="r">
              <a:buNone/>
              <a:defRPr sz="3200" b="1" i="1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Asesor: &lt;asesor&gt; (&lt;correo asesor&gt;@uniandes.edu.co)</a:t>
            </a:r>
          </a:p>
        </p:txBody>
      </p:sp>
      <p:sp>
        <p:nvSpPr>
          <p:cNvPr id="2" name="1 CuadroTexto"/>
          <p:cNvSpPr txBox="1"/>
          <p:nvPr userDrawn="1"/>
        </p:nvSpPr>
        <p:spPr>
          <a:xfrm>
            <a:off x="7272905" y="35269324"/>
            <a:ext cx="4364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http://sistemas.uniandes.edu.co</a:t>
            </a:r>
          </a:p>
        </p:txBody>
      </p:sp>
      <p:sp>
        <p:nvSpPr>
          <p:cNvPr id="33" name="32 CuadroTexto"/>
          <p:cNvSpPr txBox="1"/>
          <p:nvPr userDrawn="1"/>
        </p:nvSpPr>
        <p:spPr>
          <a:xfrm>
            <a:off x="12621207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/</a:t>
            </a:r>
            <a:r>
              <a:rPr lang="es-CO" sz="2400" b="1" dirty="0" err="1"/>
              <a:t>DISCUniandes</a:t>
            </a:r>
            <a:endParaRPr lang="es-CO" sz="2400" b="1" dirty="0"/>
          </a:p>
        </p:txBody>
      </p:sp>
      <p:sp>
        <p:nvSpPr>
          <p:cNvPr id="34" name="33 CuadroTexto"/>
          <p:cNvSpPr txBox="1"/>
          <p:nvPr userDrawn="1"/>
        </p:nvSpPr>
        <p:spPr>
          <a:xfrm>
            <a:off x="15853625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/</a:t>
            </a:r>
            <a:r>
              <a:rPr lang="es-CO" sz="2400" b="1" dirty="0" err="1"/>
              <a:t>DISCUniandes</a:t>
            </a:r>
            <a:endParaRPr lang="es-CO" sz="2400" b="1" dirty="0"/>
          </a:p>
        </p:txBody>
      </p:sp>
      <p:sp>
        <p:nvSpPr>
          <p:cNvPr id="38" name="13 Marcador de contenido"/>
          <p:cNvSpPr>
            <a:spLocks noGrp="1"/>
          </p:cNvSpPr>
          <p:nvPr>
            <p:ph sz="quarter" idx="34" hasCustomPrompt="1"/>
          </p:nvPr>
        </p:nvSpPr>
        <p:spPr>
          <a:xfrm>
            <a:off x="648247" y="12313619"/>
            <a:ext cx="11520000" cy="3600450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la introducción</a:t>
            </a:r>
            <a:r>
              <a:rPr lang="es-CO" dirty="0"/>
              <a:t> del proyecto</a:t>
            </a:r>
            <a:endParaRPr lang="es-ES" dirty="0"/>
          </a:p>
        </p:txBody>
      </p:sp>
      <p:sp>
        <p:nvSpPr>
          <p:cNvPr id="42" name="13 Marcador de contenido"/>
          <p:cNvSpPr>
            <a:spLocks noGrp="1"/>
          </p:cNvSpPr>
          <p:nvPr>
            <p:ph sz="quarter" idx="35" hasCustomPrompt="1"/>
          </p:nvPr>
        </p:nvSpPr>
        <p:spPr>
          <a:xfrm>
            <a:off x="612904" y="17714219"/>
            <a:ext cx="11520000" cy="4896544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los objetivos </a:t>
            </a:r>
            <a:r>
              <a:rPr lang="es-CO" dirty="0"/>
              <a:t>del proyecto</a:t>
            </a:r>
            <a:endParaRPr lang="es-ES" dirty="0"/>
          </a:p>
        </p:txBody>
      </p:sp>
      <p:sp>
        <p:nvSpPr>
          <p:cNvPr id="45" name="13 Marcador de contenido"/>
          <p:cNvSpPr>
            <a:spLocks noGrp="1"/>
          </p:cNvSpPr>
          <p:nvPr>
            <p:ph sz="quarter" idx="36" hasCustomPrompt="1"/>
          </p:nvPr>
        </p:nvSpPr>
        <p:spPr>
          <a:xfrm>
            <a:off x="13393663" y="12313568"/>
            <a:ext cx="11520000" cy="655277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el diseño e implementación del </a:t>
            </a:r>
            <a:r>
              <a:rPr lang="es-CO" dirty="0"/>
              <a:t>proyecto</a:t>
            </a:r>
            <a:endParaRPr lang="es-ES" dirty="0"/>
          </a:p>
        </p:txBody>
      </p:sp>
      <p:sp>
        <p:nvSpPr>
          <p:cNvPr id="48" name="13 Marcador de contenido"/>
          <p:cNvSpPr>
            <a:spLocks noGrp="1"/>
          </p:cNvSpPr>
          <p:nvPr>
            <p:ph sz="quarter" idx="37" hasCustomPrompt="1"/>
          </p:nvPr>
        </p:nvSpPr>
        <p:spPr>
          <a:xfrm>
            <a:off x="648247" y="24482970"/>
            <a:ext cx="11520000" cy="10081120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la metodología </a:t>
            </a:r>
            <a:r>
              <a:rPr lang="es-CO" dirty="0"/>
              <a:t>del proyecto</a:t>
            </a:r>
            <a:endParaRPr lang="es-ES" dirty="0"/>
          </a:p>
        </p:txBody>
      </p:sp>
      <p:sp>
        <p:nvSpPr>
          <p:cNvPr id="49" name="13 Marcador de contenido"/>
          <p:cNvSpPr>
            <a:spLocks noGrp="1"/>
          </p:cNvSpPr>
          <p:nvPr>
            <p:ph sz="quarter" idx="38" hasCustomPrompt="1"/>
          </p:nvPr>
        </p:nvSpPr>
        <p:spPr>
          <a:xfrm>
            <a:off x="13393663" y="20594488"/>
            <a:ext cx="11520000" cy="727285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los resultados del </a:t>
            </a:r>
            <a:r>
              <a:rPr lang="es-CO" dirty="0"/>
              <a:t>proyecto</a:t>
            </a:r>
            <a:endParaRPr lang="es-ES" dirty="0"/>
          </a:p>
        </p:txBody>
      </p:sp>
      <p:sp>
        <p:nvSpPr>
          <p:cNvPr id="50" name="13 Marcador de contenido"/>
          <p:cNvSpPr>
            <a:spLocks noGrp="1"/>
          </p:cNvSpPr>
          <p:nvPr>
            <p:ph sz="quarter" idx="39" hasCustomPrompt="1"/>
          </p:nvPr>
        </p:nvSpPr>
        <p:spPr>
          <a:xfrm>
            <a:off x="13393663" y="29451522"/>
            <a:ext cx="11520000" cy="511261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las conclusiones del </a:t>
            </a:r>
            <a:r>
              <a:rPr lang="es-CO" dirty="0"/>
              <a:t>proyecto</a:t>
            </a:r>
            <a:endParaRPr lang="es-ES" dirty="0"/>
          </a:p>
        </p:txBody>
      </p:sp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" y="251"/>
            <a:ext cx="25282526" cy="2500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 descr="D:\Dropbox\Personales\Uniandes\Proyectos\Websis\iconos\svg\Redes\twitter_9F417E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65952" y="35209385"/>
            <a:ext cx="720000" cy="581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:\Dropbox\Personales\Uniandes\Proyectos\Websis\iconos\svg\Redes\web_9F417E.png"/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2905" y="35140154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D:\Dropbox\Personales\Uniandes\Proyectos\Websis\iconos\svg\Redes\facebook_9F417E.png"/>
          <p:cNvPicPr>
            <a:picLocks noChangeAspect="1" noChangeArrowheads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1438" y="3510413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3642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>
          <a:xfrm>
            <a:off x="1224313" y="35262986"/>
            <a:ext cx="4464497" cy="468000"/>
          </a:xfrm>
        </p:spPr>
        <p:txBody>
          <a:bodyPr/>
          <a:lstStyle>
            <a:lvl1pPr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B402EE88-468A-48F5-896A-B4CE8ACA2C11}" type="datetimeFigureOut">
              <a:rPr lang="es-CO" smtClean="0"/>
              <a:pPr/>
              <a:t>15/05/2026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8650248" y="35266154"/>
            <a:ext cx="6120680" cy="468000"/>
          </a:xfrm>
        </p:spPr>
        <p:txBody>
          <a:bodyPr/>
          <a:lstStyle>
            <a:lvl1pPr algn="l"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endParaRPr lang="es-CO" dirty="0"/>
          </a:p>
        </p:txBody>
      </p:sp>
      <p:sp>
        <p:nvSpPr>
          <p:cNvPr id="6" name="6 Título"/>
          <p:cNvSpPr>
            <a:spLocks noGrp="1"/>
          </p:cNvSpPr>
          <p:nvPr>
            <p:ph type="title" hasCustomPrompt="1"/>
          </p:nvPr>
        </p:nvSpPr>
        <p:spPr>
          <a:xfrm>
            <a:off x="731101" y="3456794"/>
            <a:ext cx="23760000" cy="1440000"/>
          </a:xfrm>
        </p:spPr>
        <p:txBody>
          <a:bodyPr>
            <a:normAutofit/>
          </a:bodyPr>
          <a:lstStyle>
            <a:lvl1pPr>
              <a:defRPr sz="6000" baseline="0"/>
            </a:lvl1pPr>
          </a:lstStyle>
          <a:p>
            <a:r>
              <a:rPr lang="es-ES" dirty="0"/>
              <a:t>Título del Proyecto</a:t>
            </a:r>
            <a:endParaRPr lang="es-CO" dirty="0"/>
          </a:p>
        </p:txBody>
      </p:sp>
      <p:sp>
        <p:nvSpPr>
          <p:cNvPr id="15" name="14 Marcador de texto"/>
          <p:cNvSpPr>
            <a:spLocks noGrp="1"/>
          </p:cNvSpPr>
          <p:nvPr>
            <p:ph type="body" sz="quarter" idx="13" hasCustomPrompt="1"/>
          </p:nvPr>
        </p:nvSpPr>
        <p:spPr>
          <a:xfrm>
            <a:off x="648247" y="7057036"/>
            <a:ext cx="24050672" cy="1080119"/>
          </a:xfrm>
          <a:blipFill>
            <a:blip r:embed="rId2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ctr">
              <a:buNone/>
              <a:defRPr sz="4800">
                <a:solidFill>
                  <a:schemeClr val="bg1"/>
                </a:solidFill>
                <a:latin typeface="+mj-lt"/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Resumen</a:t>
            </a:r>
            <a:endParaRPr lang="es-CO" dirty="0"/>
          </a:p>
        </p:txBody>
      </p:sp>
      <p:sp>
        <p:nvSpPr>
          <p:cNvPr id="22" name="21 Marcador de texto"/>
          <p:cNvSpPr>
            <a:spLocks noGrp="1"/>
          </p:cNvSpPr>
          <p:nvPr>
            <p:ph type="body" sz="quarter" idx="14" hasCustomPrompt="1"/>
          </p:nvPr>
        </p:nvSpPr>
        <p:spPr>
          <a:xfrm>
            <a:off x="693442" y="8353177"/>
            <a:ext cx="24005479" cy="2088231"/>
          </a:xfrm>
        </p:spPr>
        <p:txBody>
          <a:bodyPr>
            <a:noAutofit/>
          </a:bodyPr>
          <a:lstStyle>
            <a:lvl1pPr marL="0" indent="0">
              <a:buNone/>
              <a:defRPr sz="3600" b="1" i="1"/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Resumen del proyecto</a:t>
            </a:r>
          </a:p>
        </p:txBody>
      </p:sp>
      <p:sp>
        <p:nvSpPr>
          <p:cNvPr id="25" name="14 Marcador de texto"/>
          <p:cNvSpPr>
            <a:spLocks noGrp="1"/>
          </p:cNvSpPr>
          <p:nvPr>
            <p:ph type="body" sz="quarter" idx="15" hasCustomPrompt="1"/>
          </p:nvPr>
        </p:nvSpPr>
        <p:spPr>
          <a:xfrm>
            <a:off x="648247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l">
              <a:buNone/>
              <a:defRPr sz="48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Introducción</a:t>
            </a:r>
            <a:endParaRPr lang="es-CO" dirty="0"/>
          </a:p>
        </p:txBody>
      </p:sp>
      <p:sp>
        <p:nvSpPr>
          <p:cNvPr id="26" name="14 Marcador de texto"/>
          <p:cNvSpPr>
            <a:spLocks noGrp="1"/>
          </p:cNvSpPr>
          <p:nvPr>
            <p:ph type="body" sz="quarter" idx="16" hasCustomPrompt="1"/>
          </p:nvPr>
        </p:nvSpPr>
        <p:spPr>
          <a:xfrm>
            <a:off x="648247" y="163460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Objetivos</a:t>
            </a:r>
            <a:endParaRPr lang="es-CO" dirty="0"/>
          </a:p>
        </p:txBody>
      </p:sp>
      <p:sp>
        <p:nvSpPr>
          <p:cNvPr id="27" name="14 Marcador de texto"/>
          <p:cNvSpPr>
            <a:spLocks noGrp="1"/>
          </p:cNvSpPr>
          <p:nvPr>
            <p:ph type="body" sz="quarter" idx="17" hasCustomPrompt="1"/>
          </p:nvPr>
        </p:nvSpPr>
        <p:spPr>
          <a:xfrm>
            <a:off x="648247" y="22898795"/>
            <a:ext cx="11520000" cy="108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Metodología</a:t>
            </a:r>
            <a:endParaRPr lang="es-CO" dirty="0"/>
          </a:p>
        </p:txBody>
      </p:sp>
      <p:sp>
        <p:nvSpPr>
          <p:cNvPr id="28" name="14 Marcador de texto"/>
          <p:cNvSpPr>
            <a:spLocks noGrp="1"/>
          </p:cNvSpPr>
          <p:nvPr>
            <p:ph type="body" sz="quarter" idx="18" hasCustomPrompt="1"/>
          </p:nvPr>
        </p:nvSpPr>
        <p:spPr>
          <a:xfrm>
            <a:off x="13394944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Diseño e implementación</a:t>
            </a:r>
            <a:endParaRPr lang="es-CO" dirty="0"/>
          </a:p>
        </p:txBody>
      </p:sp>
      <p:sp>
        <p:nvSpPr>
          <p:cNvPr id="29" name="14 Marcador de texto"/>
          <p:cNvSpPr>
            <a:spLocks noGrp="1"/>
          </p:cNvSpPr>
          <p:nvPr>
            <p:ph type="body" sz="quarter" idx="19" hasCustomPrompt="1"/>
          </p:nvPr>
        </p:nvSpPr>
        <p:spPr>
          <a:xfrm>
            <a:off x="13393663" y="19154382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Resultados</a:t>
            </a:r>
            <a:endParaRPr lang="es-CO" dirty="0"/>
          </a:p>
        </p:txBody>
      </p:sp>
      <p:sp>
        <p:nvSpPr>
          <p:cNvPr id="30" name="14 Marcador de texto"/>
          <p:cNvSpPr>
            <a:spLocks noGrp="1"/>
          </p:cNvSpPr>
          <p:nvPr>
            <p:ph type="body" sz="quarter" idx="20" hasCustomPrompt="1"/>
          </p:nvPr>
        </p:nvSpPr>
        <p:spPr>
          <a:xfrm>
            <a:off x="13393663" y="28155381"/>
            <a:ext cx="11520000" cy="1080119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Conclusiones</a:t>
            </a:r>
            <a:endParaRPr lang="es-CO" dirty="0"/>
          </a:p>
        </p:txBody>
      </p:sp>
      <p:sp>
        <p:nvSpPr>
          <p:cNvPr id="44" name="21 Marcador de texto"/>
          <p:cNvSpPr>
            <a:spLocks noGrp="1"/>
          </p:cNvSpPr>
          <p:nvPr>
            <p:ph type="body" sz="quarter" idx="30" hasCustomPrompt="1"/>
          </p:nvPr>
        </p:nvSpPr>
        <p:spPr>
          <a:xfrm>
            <a:off x="175" y="2448521"/>
            <a:ext cx="25200000" cy="720000"/>
          </a:xfrm>
          <a:solidFill>
            <a:srgbClr val="006772">
              <a:alpha val="25098"/>
            </a:srgbClr>
          </a:solidFill>
        </p:spPr>
        <p:txBody>
          <a:bodyPr>
            <a:noAutofit/>
          </a:bodyPr>
          <a:lstStyle>
            <a:lvl1pPr marL="0" indent="0" algn="ctr">
              <a:buNone/>
              <a:defRPr sz="3600" b="1" i="0" baseline="0">
                <a:latin typeface="+mj-lt"/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err="1"/>
              <a:t>ARTIxxx</a:t>
            </a:r>
            <a:r>
              <a:rPr lang="es-ES" dirty="0"/>
              <a:t> - &lt;Nombre del Curso&gt;</a:t>
            </a:r>
          </a:p>
        </p:txBody>
      </p:sp>
      <p:sp>
        <p:nvSpPr>
          <p:cNvPr id="46" name="21 Marcador de texto"/>
          <p:cNvSpPr>
            <a:spLocks noGrp="1"/>
          </p:cNvSpPr>
          <p:nvPr>
            <p:ph type="body" sz="quarter" idx="31" hasCustomPrompt="1"/>
          </p:nvPr>
        </p:nvSpPr>
        <p:spPr>
          <a:xfrm>
            <a:off x="731101" y="5040810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3200" b="1">
                <a:solidFill>
                  <a:srgbClr val="BB7F00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&lt;Integrante 1&gt;, &lt;Integrante 2&gt;, &lt;Integrante 3&gt;</a:t>
            </a:r>
          </a:p>
        </p:txBody>
      </p:sp>
      <p:sp>
        <p:nvSpPr>
          <p:cNvPr id="47" name="21 Marcador de texto"/>
          <p:cNvSpPr>
            <a:spLocks noGrp="1"/>
          </p:cNvSpPr>
          <p:nvPr>
            <p:ph type="body" sz="quarter" idx="32" hasCustomPrompt="1"/>
          </p:nvPr>
        </p:nvSpPr>
        <p:spPr>
          <a:xfrm>
            <a:off x="731101" y="5904906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2400" b="1" i="1">
                <a:solidFill>
                  <a:srgbClr val="BB7F00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&lt;correo1&gt;@uniandes.edu.co, &lt;correo2&gt;@uniandes.edu.co, &lt;correo3&gt;@uniandes.edu.co</a:t>
            </a:r>
          </a:p>
        </p:txBody>
      </p:sp>
      <p:sp>
        <p:nvSpPr>
          <p:cNvPr id="41" name="40 Rectángulo"/>
          <p:cNvSpPr/>
          <p:nvPr userDrawn="1"/>
        </p:nvSpPr>
        <p:spPr>
          <a:xfrm>
            <a:off x="-1" y="34924130"/>
            <a:ext cx="25200000" cy="1080000"/>
          </a:xfrm>
          <a:prstGeom prst="rect">
            <a:avLst/>
          </a:prstGeom>
          <a:solidFill>
            <a:srgbClr val="00677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/>
              <a:t> </a:t>
            </a:r>
          </a:p>
        </p:txBody>
      </p:sp>
      <p:sp>
        <p:nvSpPr>
          <p:cNvPr id="2" name="1 CuadroTexto"/>
          <p:cNvSpPr txBox="1"/>
          <p:nvPr userDrawn="1"/>
        </p:nvSpPr>
        <p:spPr>
          <a:xfrm>
            <a:off x="7272905" y="35269324"/>
            <a:ext cx="4364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http://sistemas.uniandes.edu.co</a:t>
            </a:r>
          </a:p>
        </p:txBody>
      </p:sp>
      <p:sp>
        <p:nvSpPr>
          <p:cNvPr id="33" name="32 CuadroTexto"/>
          <p:cNvSpPr txBox="1"/>
          <p:nvPr userDrawn="1"/>
        </p:nvSpPr>
        <p:spPr>
          <a:xfrm>
            <a:off x="12621207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/</a:t>
            </a:r>
            <a:r>
              <a:rPr lang="es-CO" sz="2400" b="1" dirty="0" err="1"/>
              <a:t>DISCUniandes</a:t>
            </a:r>
            <a:endParaRPr lang="es-CO" sz="2400" b="1" dirty="0"/>
          </a:p>
        </p:txBody>
      </p:sp>
      <p:sp>
        <p:nvSpPr>
          <p:cNvPr id="34" name="33 CuadroTexto"/>
          <p:cNvSpPr txBox="1"/>
          <p:nvPr userDrawn="1"/>
        </p:nvSpPr>
        <p:spPr>
          <a:xfrm>
            <a:off x="15853625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/</a:t>
            </a:r>
            <a:r>
              <a:rPr lang="es-CO" sz="2400" b="1" dirty="0" err="1"/>
              <a:t>DISCUniandes</a:t>
            </a:r>
            <a:endParaRPr lang="es-CO" sz="2400" b="1" dirty="0"/>
          </a:p>
        </p:txBody>
      </p:sp>
      <p:sp>
        <p:nvSpPr>
          <p:cNvPr id="38" name="13 Marcador de contenido"/>
          <p:cNvSpPr>
            <a:spLocks noGrp="1"/>
          </p:cNvSpPr>
          <p:nvPr>
            <p:ph sz="quarter" idx="34" hasCustomPrompt="1"/>
          </p:nvPr>
        </p:nvSpPr>
        <p:spPr>
          <a:xfrm>
            <a:off x="648247" y="12313619"/>
            <a:ext cx="11520000" cy="3600450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la introducción</a:t>
            </a:r>
            <a:r>
              <a:rPr lang="es-CO" dirty="0"/>
              <a:t> del proyecto</a:t>
            </a:r>
            <a:endParaRPr lang="es-ES" dirty="0"/>
          </a:p>
        </p:txBody>
      </p:sp>
      <p:sp>
        <p:nvSpPr>
          <p:cNvPr id="42" name="13 Marcador de contenido"/>
          <p:cNvSpPr>
            <a:spLocks noGrp="1"/>
          </p:cNvSpPr>
          <p:nvPr>
            <p:ph sz="quarter" idx="35" hasCustomPrompt="1"/>
          </p:nvPr>
        </p:nvSpPr>
        <p:spPr>
          <a:xfrm>
            <a:off x="612904" y="17714219"/>
            <a:ext cx="11520000" cy="4896544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los objetivos </a:t>
            </a:r>
            <a:r>
              <a:rPr lang="es-CO" dirty="0"/>
              <a:t>del proyecto</a:t>
            </a:r>
            <a:endParaRPr lang="es-ES" dirty="0"/>
          </a:p>
        </p:txBody>
      </p:sp>
      <p:sp>
        <p:nvSpPr>
          <p:cNvPr id="45" name="13 Marcador de contenido"/>
          <p:cNvSpPr>
            <a:spLocks noGrp="1"/>
          </p:cNvSpPr>
          <p:nvPr>
            <p:ph sz="quarter" idx="36" hasCustomPrompt="1"/>
          </p:nvPr>
        </p:nvSpPr>
        <p:spPr>
          <a:xfrm>
            <a:off x="13393663" y="12313568"/>
            <a:ext cx="11520000" cy="655277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el diseño e implementación del </a:t>
            </a:r>
            <a:r>
              <a:rPr lang="es-CO" dirty="0"/>
              <a:t>proyecto</a:t>
            </a:r>
            <a:endParaRPr lang="es-ES" dirty="0"/>
          </a:p>
        </p:txBody>
      </p:sp>
      <p:sp>
        <p:nvSpPr>
          <p:cNvPr id="48" name="13 Marcador de contenido"/>
          <p:cNvSpPr>
            <a:spLocks noGrp="1"/>
          </p:cNvSpPr>
          <p:nvPr>
            <p:ph sz="quarter" idx="37" hasCustomPrompt="1"/>
          </p:nvPr>
        </p:nvSpPr>
        <p:spPr>
          <a:xfrm>
            <a:off x="648247" y="24482970"/>
            <a:ext cx="11520000" cy="10081120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la metodología </a:t>
            </a:r>
            <a:r>
              <a:rPr lang="es-CO" dirty="0"/>
              <a:t>del proyecto</a:t>
            </a:r>
            <a:endParaRPr lang="es-ES" dirty="0"/>
          </a:p>
        </p:txBody>
      </p:sp>
      <p:sp>
        <p:nvSpPr>
          <p:cNvPr id="49" name="13 Marcador de contenido"/>
          <p:cNvSpPr>
            <a:spLocks noGrp="1"/>
          </p:cNvSpPr>
          <p:nvPr>
            <p:ph sz="quarter" idx="38" hasCustomPrompt="1"/>
          </p:nvPr>
        </p:nvSpPr>
        <p:spPr>
          <a:xfrm>
            <a:off x="13393663" y="20594488"/>
            <a:ext cx="11520000" cy="727285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los resultados del </a:t>
            </a:r>
            <a:r>
              <a:rPr lang="es-CO" dirty="0"/>
              <a:t>proyecto</a:t>
            </a:r>
            <a:endParaRPr lang="es-ES" dirty="0"/>
          </a:p>
        </p:txBody>
      </p:sp>
      <p:sp>
        <p:nvSpPr>
          <p:cNvPr id="50" name="13 Marcador de contenido"/>
          <p:cNvSpPr>
            <a:spLocks noGrp="1"/>
          </p:cNvSpPr>
          <p:nvPr>
            <p:ph sz="quarter" idx="39" hasCustomPrompt="1"/>
          </p:nvPr>
        </p:nvSpPr>
        <p:spPr>
          <a:xfrm>
            <a:off x="13393663" y="29451522"/>
            <a:ext cx="11520000" cy="511261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las conclusiones del </a:t>
            </a:r>
            <a:r>
              <a:rPr lang="es-CO" dirty="0"/>
              <a:t>proyecto</a:t>
            </a:r>
            <a:endParaRPr lang="es-ES" dirty="0"/>
          </a:p>
        </p:txBody>
      </p:sp>
      <p:pic>
        <p:nvPicPr>
          <p:cNvPr id="2050" name="Picture 2" descr="D:\Dropbox\Personales\Uniandes\Proyectos\Websis\iconos\svg\Redes\twitter_BB7F00.png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65871" y="35224235"/>
            <a:ext cx="720000" cy="581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D:\Dropbox\Personales\Uniandes\Proyectos\Websis\iconos\svg\Redes\web_BB7F00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2905" y="3510413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D:\Dropbox\Personales\Uniandes\Proyectos\Websis\iconos\svg\Redes\facebook_BB7F00.png"/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66294" y="3512580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50"/>
            <a:ext cx="25282526" cy="2500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964804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>
          <a:xfrm>
            <a:off x="1224313" y="35262986"/>
            <a:ext cx="4464497" cy="468000"/>
          </a:xfrm>
        </p:spPr>
        <p:txBody>
          <a:bodyPr/>
          <a:lstStyle>
            <a:lvl1pPr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B402EE88-468A-48F5-896A-B4CE8ACA2C11}" type="datetimeFigureOut">
              <a:rPr lang="es-CO" smtClean="0"/>
              <a:pPr/>
              <a:t>15/05/2026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8650248" y="35266154"/>
            <a:ext cx="6120680" cy="468000"/>
          </a:xfrm>
        </p:spPr>
        <p:txBody>
          <a:bodyPr/>
          <a:lstStyle>
            <a:lvl1pPr algn="l"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endParaRPr lang="es-CO" dirty="0"/>
          </a:p>
        </p:txBody>
      </p:sp>
      <p:sp>
        <p:nvSpPr>
          <p:cNvPr id="6" name="6 Título"/>
          <p:cNvSpPr>
            <a:spLocks noGrp="1"/>
          </p:cNvSpPr>
          <p:nvPr>
            <p:ph type="title" hasCustomPrompt="1"/>
          </p:nvPr>
        </p:nvSpPr>
        <p:spPr>
          <a:xfrm>
            <a:off x="731101" y="3456794"/>
            <a:ext cx="23760000" cy="1440000"/>
          </a:xfrm>
        </p:spPr>
        <p:txBody>
          <a:bodyPr>
            <a:normAutofit/>
          </a:bodyPr>
          <a:lstStyle>
            <a:lvl1pPr>
              <a:defRPr sz="6000" baseline="0"/>
            </a:lvl1pPr>
          </a:lstStyle>
          <a:p>
            <a:r>
              <a:rPr lang="es-ES" dirty="0"/>
              <a:t>Título del Proyecto</a:t>
            </a:r>
            <a:endParaRPr lang="es-CO" dirty="0"/>
          </a:p>
        </p:txBody>
      </p:sp>
      <p:sp>
        <p:nvSpPr>
          <p:cNvPr id="15" name="14 Marcador de texto"/>
          <p:cNvSpPr>
            <a:spLocks noGrp="1"/>
          </p:cNvSpPr>
          <p:nvPr>
            <p:ph type="body" sz="quarter" idx="13" hasCustomPrompt="1"/>
          </p:nvPr>
        </p:nvSpPr>
        <p:spPr>
          <a:xfrm>
            <a:off x="648247" y="7057036"/>
            <a:ext cx="24050672" cy="1080119"/>
          </a:xfrm>
          <a:blipFill>
            <a:blip r:embed="rId2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ctr">
              <a:buNone/>
              <a:defRPr sz="4800">
                <a:solidFill>
                  <a:schemeClr val="bg1"/>
                </a:solidFill>
                <a:latin typeface="+mj-lt"/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Resumen</a:t>
            </a:r>
            <a:endParaRPr lang="es-CO" dirty="0"/>
          </a:p>
        </p:txBody>
      </p:sp>
      <p:sp>
        <p:nvSpPr>
          <p:cNvPr id="22" name="21 Marcador de texto"/>
          <p:cNvSpPr>
            <a:spLocks noGrp="1"/>
          </p:cNvSpPr>
          <p:nvPr>
            <p:ph type="body" sz="quarter" idx="14" hasCustomPrompt="1"/>
          </p:nvPr>
        </p:nvSpPr>
        <p:spPr>
          <a:xfrm>
            <a:off x="693442" y="8353177"/>
            <a:ext cx="24005479" cy="2088231"/>
          </a:xfrm>
        </p:spPr>
        <p:txBody>
          <a:bodyPr>
            <a:noAutofit/>
          </a:bodyPr>
          <a:lstStyle>
            <a:lvl1pPr marL="0" indent="0">
              <a:buNone/>
              <a:defRPr sz="3600" b="1" i="1"/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Resumen del proyecto</a:t>
            </a:r>
          </a:p>
        </p:txBody>
      </p:sp>
      <p:sp>
        <p:nvSpPr>
          <p:cNvPr id="25" name="14 Marcador de texto"/>
          <p:cNvSpPr>
            <a:spLocks noGrp="1"/>
          </p:cNvSpPr>
          <p:nvPr>
            <p:ph type="body" sz="quarter" idx="15" hasCustomPrompt="1"/>
          </p:nvPr>
        </p:nvSpPr>
        <p:spPr>
          <a:xfrm>
            <a:off x="648247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l">
              <a:buNone/>
              <a:defRPr sz="48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Introducción</a:t>
            </a:r>
            <a:endParaRPr lang="es-CO" dirty="0"/>
          </a:p>
        </p:txBody>
      </p:sp>
      <p:sp>
        <p:nvSpPr>
          <p:cNvPr id="26" name="14 Marcador de texto"/>
          <p:cNvSpPr>
            <a:spLocks noGrp="1"/>
          </p:cNvSpPr>
          <p:nvPr>
            <p:ph type="body" sz="quarter" idx="16" hasCustomPrompt="1"/>
          </p:nvPr>
        </p:nvSpPr>
        <p:spPr>
          <a:xfrm>
            <a:off x="648247" y="163460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Objetivos</a:t>
            </a:r>
            <a:endParaRPr lang="es-CO" dirty="0"/>
          </a:p>
        </p:txBody>
      </p:sp>
      <p:sp>
        <p:nvSpPr>
          <p:cNvPr id="27" name="14 Marcador de texto"/>
          <p:cNvSpPr>
            <a:spLocks noGrp="1"/>
          </p:cNvSpPr>
          <p:nvPr>
            <p:ph type="body" sz="quarter" idx="17" hasCustomPrompt="1"/>
          </p:nvPr>
        </p:nvSpPr>
        <p:spPr>
          <a:xfrm>
            <a:off x="648247" y="22898795"/>
            <a:ext cx="11520000" cy="108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Metodología</a:t>
            </a:r>
            <a:endParaRPr lang="es-CO" dirty="0"/>
          </a:p>
        </p:txBody>
      </p:sp>
      <p:sp>
        <p:nvSpPr>
          <p:cNvPr id="28" name="14 Marcador de texto"/>
          <p:cNvSpPr>
            <a:spLocks noGrp="1"/>
          </p:cNvSpPr>
          <p:nvPr>
            <p:ph type="body" sz="quarter" idx="18" hasCustomPrompt="1"/>
          </p:nvPr>
        </p:nvSpPr>
        <p:spPr>
          <a:xfrm>
            <a:off x="13394944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Diseño e implementación</a:t>
            </a:r>
            <a:endParaRPr lang="es-CO" dirty="0"/>
          </a:p>
        </p:txBody>
      </p:sp>
      <p:sp>
        <p:nvSpPr>
          <p:cNvPr id="29" name="14 Marcador de texto"/>
          <p:cNvSpPr>
            <a:spLocks noGrp="1"/>
          </p:cNvSpPr>
          <p:nvPr>
            <p:ph type="body" sz="quarter" idx="19" hasCustomPrompt="1"/>
          </p:nvPr>
        </p:nvSpPr>
        <p:spPr>
          <a:xfrm>
            <a:off x="13393663" y="19154382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Resultados</a:t>
            </a:r>
            <a:endParaRPr lang="es-CO" dirty="0"/>
          </a:p>
        </p:txBody>
      </p:sp>
      <p:sp>
        <p:nvSpPr>
          <p:cNvPr id="30" name="14 Marcador de texto"/>
          <p:cNvSpPr>
            <a:spLocks noGrp="1"/>
          </p:cNvSpPr>
          <p:nvPr>
            <p:ph type="body" sz="quarter" idx="20" hasCustomPrompt="1"/>
          </p:nvPr>
        </p:nvSpPr>
        <p:spPr>
          <a:xfrm>
            <a:off x="13393663" y="28155381"/>
            <a:ext cx="11520000" cy="1080119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Conclusiones</a:t>
            </a:r>
            <a:endParaRPr lang="es-CO" dirty="0"/>
          </a:p>
        </p:txBody>
      </p:sp>
      <p:sp>
        <p:nvSpPr>
          <p:cNvPr id="44" name="21 Marcador de texto"/>
          <p:cNvSpPr>
            <a:spLocks noGrp="1"/>
          </p:cNvSpPr>
          <p:nvPr>
            <p:ph type="body" sz="quarter" idx="30" hasCustomPrompt="1"/>
          </p:nvPr>
        </p:nvSpPr>
        <p:spPr>
          <a:xfrm>
            <a:off x="175" y="2448521"/>
            <a:ext cx="25200000" cy="720000"/>
          </a:xfrm>
          <a:solidFill>
            <a:srgbClr val="006639">
              <a:alpha val="25098"/>
            </a:srgbClr>
          </a:solidFill>
        </p:spPr>
        <p:txBody>
          <a:bodyPr>
            <a:noAutofit/>
          </a:bodyPr>
          <a:lstStyle>
            <a:lvl1pPr marL="0" indent="0" algn="ctr">
              <a:buNone/>
              <a:defRPr sz="3600" b="1" i="0" baseline="0">
                <a:latin typeface="+mj-lt"/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err="1"/>
              <a:t>MSINxxx</a:t>
            </a:r>
            <a:r>
              <a:rPr lang="es-ES" dirty="0"/>
              <a:t> - &lt;Nombre del Curso&gt;</a:t>
            </a:r>
          </a:p>
        </p:txBody>
      </p:sp>
      <p:sp>
        <p:nvSpPr>
          <p:cNvPr id="46" name="21 Marcador de texto"/>
          <p:cNvSpPr>
            <a:spLocks noGrp="1"/>
          </p:cNvSpPr>
          <p:nvPr>
            <p:ph type="body" sz="quarter" idx="31" hasCustomPrompt="1"/>
          </p:nvPr>
        </p:nvSpPr>
        <p:spPr>
          <a:xfrm>
            <a:off x="731101" y="5040810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3200" b="1">
                <a:solidFill>
                  <a:srgbClr val="915000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&lt;Integrante 1&gt;, &lt;Integrante 2&gt;, &lt;Integrante 3&gt;</a:t>
            </a:r>
          </a:p>
        </p:txBody>
      </p:sp>
      <p:sp>
        <p:nvSpPr>
          <p:cNvPr id="47" name="21 Marcador de texto"/>
          <p:cNvSpPr>
            <a:spLocks noGrp="1"/>
          </p:cNvSpPr>
          <p:nvPr>
            <p:ph type="body" sz="quarter" idx="32" hasCustomPrompt="1"/>
          </p:nvPr>
        </p:nvSpPr>
        <p:spPr>
          <a:xfrm>
            <a:off x="731101" y="5904906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2400" b="1" i="1">
                <a:solidFill>
                  <a:srgbClr val="915000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&lt;correo1&gt;@uniandes.edu.co, &lt;correo2&gt;@uniandes.edu.co, &lt;correo3&gt;@uniandes.edu.co</a:t>
            </a:r>
          </a:p>
        </p:txBody>
      </p:sp>
      <p:sp>
        <p:nvSpPr>
          <p:cNvPr id="41" name="40 Rectángulo"/>
          <p:cNvSpPr/>
          <p:nvPr userDrawn="1"/>
        </p:nvSpPr>
        <p:spPr>
          <a:xfrm>
            <a:off x="-1" y="34924130"/>
            <a:ext cx="25200000" cy="1080000"/>
          </a:xfrm>
          <a:prstGeom prst="rect">
            <a:avLst/>
          </a:prstGeom>
          <a:solidFill>
            <a:srgbClr val="006639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/>
              <a:t> </a:t>
            </a:r>
          </a:p>
        </p:txBody>
      </p:sp>
      <p:sp>
        <p:nvSpPr>
          <p:cNvPr id="2" name="1 CuadroTexto"/>
          <p:cNvSpPr txBox="1"/>
          <p:nvPr userDrawn="1"/>
        </p:nvSpPr>
        <p:spPr>
          <a:xfrm>
            <a:off x="7272905" y="35269324"/>
            <a:ext cx="4364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http://sistemas.uniandes.edu.co</a:t>
            </a:r>
          </a:p>
        </p:txBody>
      </p:sp>
      <p:sp>
        <p:nvSpPr>
          <p:cNvPr id="33" name="32 CuadroTexto"/>
          <p:cNvSpPr txBox="1"/>
          <p:nvPr userDrawn="1"/>
        </p:nvSpPr>
        <p:spPr>
          <a:xfrm>
            <a:off x="12621207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/</a:t>
            </a:r>
            <a:r>
              <a:rPr lang="es-CO" sz="2400" b="1" dirty="0" err="1"/>
              <a:t>DISCUniandes</a:t>
            </a:r>
            <a:endParaRPr lang="es-CO" sz="2400" b="1" dirty="0"/>
          </a:p>
        </p:txBody>
      </p:sp>
      <p:sp>
        <p:nvSpPr>
          <p:cNvPr id="34" name="33 CuadroTexto"/>
          <p:cNvSpPr txBox="1"/>
          <p:nvPr userDrawn="1"/>
        </p:nvSpPr>
        <p:spPr>
          <a:xfrm>
            <a:off x="15853625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/</a:t>
            </a:r>
            <a:r>
              <a:rPr lang="es-CO" sz="2400" b="1" dirty="0" err="1"/>
              <a:t>DISCUniandes</a:t>
            </a:r>
            <a:endParaRPr lang="es-CO" sz="2400" b="1" dirty="0"/>
          </a:p>
        </p:txBody>
      </p:sp>
      <p:sp>
        <p:nvSpPr>
          <p:cNvPr id="38" name="13 Marcador de contenido"/>
          <p:cNvSpPr>
            <a:spLocks noGrp="1"/>
          </p:cNvSpPr>
          <p:nvPr>
            <p:ph sz="quarter" idx="34" hasCustomPrompt="1"/>
          </p:nvPr>
        </p:nvSpPr>
        <p:spPr>
          <a:xfrm>
            <a:off x="648247" y="12313619"/>
            <a:ext cx="11520000" cy="3600450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la introducción</a:t>
            </a:r>
            <a:r>
              <a:rPr lang="es-CO" dirty="0"/>
              <a:t> del proyecto</a:t>
            </a:r>
            <a:endParaRPr lang="es-ES" dirty="0"/>
          </a:p>
        </p:txBody>
      </p:sp>
      <p:sp>
        <p:nvSpPr>
          <p:cNvPr id="42" name="13 Marcador de contenido"/>
          <p:cNvSpPr>
            <a:spLocks noGrp="1"/>
          </p:cNvSpPr>
          <p:nvPr>
            <p:ph sz="quarter" idx="35" hasCustomPrompt="1"/>
          </p:nvPr>
        </p:nvSpPr>
        <p:spPr>
          <a:xfrm>
            <a:off x="612904" y="17714219"/>
            <a:ext cx="11520000" cy="4896544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los objetivos </a:t>
            </a:r>
            <a:r>
              <a:rPr lang="es-CO" dirty="0"/>
              <a:t>del proyecto</a:t>
            </a:r>
            <a:endParaRPr lang="es-ES" dirty="0"/>
          </a:p>
        </p:txBody>
      </p:sp>
      <p:sp>
        <p:nvSpPr>
          <p:cNvPr id="45" name="13 Marcador de contenido"/>
          <p:cNvSpPr>
            <a:spLocks noGrp="1"/>
          </p:cNvSpPr>
          <p:nvPr>
            <p:ph sz="quarter" idx="36" hasCustomPrompt="1"/>
          </p:nvPr>
        </p:nvSpPr>
        <p:spPr>
          <a:xfrm>
            <a:off x="13393663" y="12313568"/>
            <a:ext cx="11520000" cy="655277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el diseño e implementación del </a:t>
            </a:r>
            <a:r>
              <a:rPr lang="es-CO" dirty="0"/>
              <a:t>proyecto</a:t>
            </a:r>
            <a:endParaRPr lang="es-ES" dirty="0"/>
          </a:p>
        </p:txBody>
      </p:sp>
      <p:sp>
        <p:nvSpPr>
          <p:cNvPr id="48" name="13 Marcador de contenido"/>
          <p:cNvSpPr>
            <a:spLocks noGrp="1"/>
          </p:cNvSpPr>
          <p:nvPr>
            <p:ph sz="quarter" idx="37" hasCustomPrompt="1"/>
          </p:nvPr>
        </p:nvSpPr>
        <p:spPr>
          <a:xfrm>
            <a:off x="648247" y="24482970"/>
            <a:ext cx="11520000" cy="10081120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la metodología </a:t>
            </a:r>
            <a:r>
              <a:rPr lang="es-CO" dirty="0"/>
              <a:t>del proyecto</a:t>
            </a:r>
            <a:endParaRPr lang="es-ES" dirty="0"/>
          </a:p>
        </p:txBody>
      </p:sp>
      <p:sp>
        <p:nvSpPr>
          <p:cNvPr id="49" name="13 Marcador de contenido"/>
          <p:cNvSpPr>
            <a:spLocks noGrp="1"/>
          </p:cNvSpPr>
          <p:nvPr>
            <p:ph sz="quarter" idx="38" hasCustomPrompt="1"/>
          </p:nvPr>
        </p:nvSpPr>
        <p:spPr>
          <a:xfrm>
            <a:off x="13393663" y="20594488"/>
            <a:ext cx="11520000" cy="727285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los resultados del </a:t>
            </a:r>
            <a:r>
              <a:rPr lang="es-CO" dirty="0"/>
              <a:t>proyecto</a:t>
            </a:r>
            <a:endParaRPr lang="es-ES" dirty="0"/>
          </a:p>
        </p:txBody>
      </p:sp>
      <p:sp>
        <p:nvSpPr>
          <p:cNvPr id="50" name="13 Marcador de contenido"/>
          <p:cNvSpPr>
            <a:spLocks noGrp="1"/>
          </p:cNvSpPr>
          <p:nvPr>
            <p:ph sz="quarter" idx="39" hasCustomPrompt="1"/>
          </p:nvPr>
        </p:nvSpPr>
        <p:spPr>
          <a:xfrm>
            <a:off x="13393663" y="29451522"/>
            <a:ext cx="11520000" cy="511261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las conclusiones del </a:t>
            </a:r>
            <a:r>
              <a:rPr lang="es-CO" dirty="0"/>
              <a:t>proyecto</a:t>
            </a:r>
            <a:endParaRPr lang="es-ES" dirty="0"/>
          </a:p>
        </p:txBody>
      </p:sp>
      <p:pic>
        <p:nvPicPr>
          <p:cNvPr id="4097" name="Picture 1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5282526" cy="2500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8" name="Picture 2" descr="D:\Dropbox\Personales\Uniandes\Proyectos\Websis\iconos\svg\Redes\web_915000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2905" y="35114134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9" name="Picture 3" descr="D:\Dropbox\Personales\Uniandes\Proyectos\Websis\iconos\svg\Redes\facebook_915000.png"/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1481" y="35155003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D:\Dropbox\Personales\Uniandes\Proyectos\Websis\iconos\svg\Redes\twitter_915000.png"/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68673" y="35224235"/>
            <a:ext cx="720000" cy="581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92950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B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>
          <a:xfrm>
            <a:off x="1224313" y="35262986"/>
            <a:ext cx="4464497" cy="468000"/>
          </a:xfrm>
        </p:spPr>
        <p:txBody>
          <a:bodyPr/>
          <a:lstStyle>
            <a:lvl1pPr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B402EE88-468A-48F5-896A-B4CE8ACA2C11}" type="datetimeFigureOut">
              <a:rPr lang="es-CO" smtClean="0"/>
              <a:pPr/>
              <a:t>15/05/2026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8650248" y="35266154"/>
            <a:ext cx="6120680" cy="468000"/>
          </a:xfrm>
        </p:spPr>
        <p:txBody>
          <a:bodyPr/>
          <a:lstStyle>
            <a:lvl1pPr algn="l"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endParaRPr lang="es-CO" dirty="0"/>
          </a:p>
        </p:txBody>
      </p:sp>
      <p:sp>
        <p:nvSpPr>
          <p:cNvPr id="6" name="6 Título"/>
          <p:cNvSpPr>
            <a:spLocks noGrp="1"/>
          </p:cNvSpPr>
          <p:nvPr>
            <p:ph type="title" hasCustomPrompt="1"/>
          </p:nvPr>
        </p:nvSpPr>
        <p:spPr>
          <a:xfrm>
            <a:off x="731101" y="3456794"/>
            <a:ext cx="23760000" cy="1440000"/>
          </a:xfrm>
        </p:spPr>
        <p:txBody>
          <a:bodyPr>
            <a:normAutofit/>
          </a:bodyPr>
          <a:lstStyle>
            <a:lvl1pPr>
              <a:defRPr sz="6000" baseline="0"/>
            </a:lvl1pPr>
          </a:lstStyle>
          <a:p>
            <a:r>
              <a:rPr lang="es-ES" dirty="0"/>
              <a:t>Título del Proyecto</a:t>
            </a:r>
            <a:endParaRPr lang="es-CO" dirty="0"/>
          </a:p>
        </p:txBody>
      </p:sp>
      <p:sp>
        <p:nvSpPr>
          <p:cNvPr id="15" name="14 Marcador de texto"/>
          <p:cNvSpPr>
            <a:spLocks noGrp="1"/>
          </p:cNvSpPr>
          <p:nvPr>
            <p:ph type="body" sz="quarter" idx="13" hasCustomPrompt="1"/>
          </p:nvPr>
        </p:nvSpPr>
        <p:spPr>
          <a:xfrm>
            <a:off x="648247" y="7057036"/>
            <a:ext cx="24050672" cy="1080119"/>
          </a:xfrm>
          <a:blipFill>
            <a:blip r:embed="rId2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ctr">
              <a:buNone/>
              <a:defRPr sz="4800">
                <a:solidFill>
                  <a:schemeClr val="bg1"/>
                </a:solidFill>
                <a:latin typeface="+mj-lt"/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Resumen</a:t>
            </a:r>
            <a:endParaRPr lang="es-CO" dirty="0"/>
          </a:p>
        </p:txBody>
      </p:sp>
      <p:sp>
        <p:nvSpPr>
          <p:cNvPr id="22" name="21 Marcador de texto"/>
          <p:cNvSpPr>
            <a:spLocks noGrp="1"/>
          </p:cNvSpPr>
          <p:nvPr>
            <p:ph type="body" sz="quarter" idx="14" hasCustomPrompt="1"/>
          </p:nvPr>
        </p:nvSpPr>
        <p:spPr>
          <a:xfrm>
            <a:off x="693442" y="8353177"/>
            <a:ext cx="24005479" cy="2088231"/>
          </a:xfrm>
        </p:spPr>
        <p:txBody>
          <a:bodyPr>
            <a:noAutofit/>
          </a:bodyPr>
          <a:lstStyle>
            <a:lvl1pPr marL="0" indent="0">
              <a:buNone/>
              <a:defRPr sz="3600" b="1" i="1"/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Resumen del proyecto</a:t>
            </a:r>
          </a:p>
        </p:txBody>
      </p:sp>
      <p:sp>
        <p:nvSpPr>
          <p:cNvPr id="25" name="14 Marcador de texto"/>
          <p:cNvSpPr>
            <a:spLocks noGrp="1"/>
          </p:cNvSpPr>
          <p:nvPr>
            <p:ph type="body" sz="quarter" idx="15" hasCustomPrompt="1"/>
          </p:nvPr>
        </p:nvSpPr>
        <p:spPr>
          <a:xfrm>
            <a:off x="648247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l">
              <a:buNone/>
              <a:defRPr sz="48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Introducción</a:t>
            </a:r>
            <a:endParaRPr lang="es-CO" dirty="0"/>
          </a:p>
        </p:txBody>
      </p:sp>
      <p:sp>
        <p:nvSpPr>
          <p:cNvPr id="26" name="14 Marcador de texto"/>
          <p:cNvSpPr>
            <a:spLocks noGrp="1"/>
          </p:cNvSpPr>
          <p:nvPr>
            <p:ph type="body" sz="quarter" idx="16" hasCustomPrompt="1"/>
          </p:nvPr>
        </p:nvSpPr>
        <p:spPr>
          <a:xfrm>
            <a:off x="648247" y="163460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Objetivos</a:t>
            </a:r>
            <a:endParaRPr lang="es-CO" dirty="0"/>
          </a:p>
        </p:txBody>
      </p:sp>
      <p:sp>
        <p:nvSpPr>
          <p:cNvPr id="27" name="14 Marcador de texto"/>
          <p:cNvSpPr>
            <a:spLocks noGrp="1"/>
          </p:cNvSpPr>
          <p:nvPr>
            <p:ph type="body" sz="quarter" idx="17" hasCustomPrompt="1"/>
          </p:nvPr>
        </p:nvSpPr>
        <p:spPr>
          <a:xfrm>
            <a:off x="648247" y="22898795"/>
            <a:ext cx="11520000" cy="108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Metodología</a:t>
            </a:r>
            <a:endParaRPr lang="es-CO" dirty="0"/>
          </a:p>
        </p:txBody>
      </p:sp>
      <p:sp>
        <p:nvSpPr>
          <p:cNvPr id="28" name="14 Marcador de texto"/>
          <p:cNvSpPr>
            <a:spLocks noGrp="1"/>
          </p:cNvSpPr>
          <p:nvPr>
            <p:ph type="body" sz="quarter" idx="18" hasCustomPrompt="1"/>
          </p:nvPr>
        </p:nvSpPr>
        <p:spPr>
          <a:xfrm>
            <a:off x="13394944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Diseño e implementación</a:t>
            </a:r>
            <a:endParaRPr lang="es-CO" dirty="0"/>
          </a:p>
        </p:txBody>
      </p:sp>
      <p:sp>
        <p:nvSpPr>
          <p:cNvPr id="29" name="14 Marcador de texto"/>
          <p:cNvSpPr>
            <a:spLocks noGrp="1"/>
          </p:cNvSpPr>
          <p:nvPr>
            <p:ph type="body" sz="quarter" idx="19" hasCustomPrompt="1"/>
          </p:nvPr>
        </p:nvSpPr>
        <p:spPr>
          <a:xfrm>
            <a:off x="13393663" y="19154382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Resultados</a:t>
            </a:r>
            <a:endParaRPr lang="es-CO" dirty="0"/>
          </a:p>
        </p:txBody>
      </p:sp>
      <p:sp>
        <p:nvSpPr>
          <p:cNvPr id="30" name="14 Marcador de texto"/>
          <p:cNvSpPr>
            <a:spLocks noGrp="1"/>
          </p:cNvSpPr>
          <p:nvPr>
            <p:ph type="body" sz="quarter" idx="20" hasCustomPrompt="1"/>
          </p:nvPr>
        </p:nvSpPr>
        <p:spPr>
          <a:xfrm>
            <a:off x="13393663" y="28155381"/>
            <a:ext cx="11520000" cy="1080119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Conclusiones</a:t>
            </a:r>
            <a:endParaRPr lang="es-CO" dirty="0"/>
          </a:p>
        </p:txBody>
      </p:sp>
      <p:sp>
        <p:nvSpPr>
          <p:cNvPr id="44" name="21 Marcador de texto"/>
          <p:cNvSpPr>
            <a:spLocks noGrp="1"/>
          </p:cNvSpPr>
          <p:nvPr>
            <p:ph type="body" sz="quarter" idx="30" hasCustomPrompt="1"/>
          </p:nvPr>
        </p:nvSpPr>
        <p:spPr>
          <a:xfrm>
            <a:off x="175" y="2448521"/>
            <a:ext cx="25200000" cy="720000"/>
          </a:xfrm>
          <a:solidFill>
            <a:srgbClr val="003399">
              <a:alpha val="25098"/>
            </a:srgbClr>
          </a:solidFill>
        </p:spPr>
        <p:txBody>
          <a:bodyPr>
            <a:noAutofit/>
          </a:bodyPr>
          <a:lstStyle>
            <a:lvl1pPr marL="0" indent="0" algn="ctr">
              <a:buNone/>
              <a:defRPr sz="3600" b="1" i="0" baseline="0">
                <a:latin typeface="+mj-lt"/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err="1"/>
              <a:t>MBITxxx</a:t>
            </a:r>
            <a:r>
              <a:rPr lang="es-ES" dirty="0"/>
              <a:t> - &lt;Nombre del Curso&gt;</a:t>
            </a:r>
          </a:p>
        </p:txBody>
      </p:sp>
      <p:sp>
        <p:nvSpPr>
          <p:cNvPr id="46" name="21 Marcador de texto"/>
          <p:cNvSpPr>
            <a:spLocks noGrp="1"/>
          </p:cNvSpPr>
          <p:nvPr>
            <p:ph type="body" sz="quarter" idx="31" hasCustomPrompt="1"/>
          </p:nvPr>
        </p:nvSpPr>
        <p:spPr>
          <a:xfrm>
            <a:off x="731101" y="5040810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3200" b="1">
                <a:solidFill>
                  <a:srgbClr val="E66400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&lt;Integrante 1&gt;, &lt;Integrante 2&gt;, &lt;Integrante 3&gt;</a:t>
            </a:r>
          </a:p>
        </p:txBody>
      </p:sp>
      <p:sp>
        <p:nvSpPr>
          <p:cNvPr id="47" name="21 Marcador de texto"/>
          <p:cNvSpPr>
            <a:spLocks noGrp="1"/>
          </p:cNvSpPr>
          <p:nvPr>
            <p:ph type="body" sz="quarter" idx="32" hasCustomPrompt="1"/>
          </p:nvPr>
        </p:nvSpPr>
        <p:spPr>
          <a:xfrm>
            <a:off x="731101" y="5904906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2400" b="1" i="1">
                <a:solidFill>
                  <a:srgbClr val="E66400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&lt;correo1&gt;@uniandes.edu.co, &lt;correo2&gt;@uniandes.edu.co, &lt;correo3&gt;@uniandes.edu.co</a:t>
            </a:r>
          </a:p>
        </p:txBody>
      </p:sp>
      <p:sp>
        <p:nvSpPr>
          <p:cNvPr id="41" name="40 Rectángulo"/>
          <p:cNvSpPr/>
          <p:nvPr userDrawn="1"/>
        </p:nvSpPr>
        <p:spPr>
          <a:xfrm>
            <a:off x="0" y="34924130"/>
            <a:ext cx="25236000" cy="1080000"/>
          </a:xfrm>
          <a:prstGeom prst="rect">
            <a:avLst/>
          </a:prstGeom>
          <a:solidFill>
            <a:srgbClr val="003399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/>
              <a:t> </a:t>
            </a:r>
          </a:p>
        </p:txBody>
      </p:sp>
      <p:sp>
        <p:nvSpPr>
          <p:cNvPr id="2" name="1 CuadroTexto"/>
          <p:cNvSpPr txBox="1"/>
          <p:nvPr userDrawn="1"/>
        </p:nvSpPr>
        <p:spPr>
          <a:xfrm>
            <a:off x="7272905" y="35269324"/>
            <a:ext cx="4364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http://sistemas.uniandes.edu.co</a:t>
            </a:r>
          </a:p>
        </p:txBody>
      </p:sp>
      <p:sp>
        <p:nvSpPr>
          <p:cNvPr id="33" name="32 CuadroTexto"/>
          <p:cNvSpPr txBox="1"/>
          <p:nvPr userDrawn="1"/>
        </p:nvSpPr>
        <p:spPr>
          <a:xfrm>
            <a:off x="12621207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/</a:t>
            </a:r>
            <a:r>
              <a:rPr lang="es-CO" sz="2400" b="1" dirty="0" err="1"/>
              <a:t>DISCUniandes</a:t>
            </a:r>
            <a:endParaRPr lang="es-CO" sz="2400" b="1" dirty="0"/>
          </a:p>
        </p:txBody>
      </p:sp>
      <p:sp>
        <p:nvSpPr>
          <p:cNvPr id="34" name="33 CuadroTexto"/>
          <p:cNvSpPr txBox="1"/>
          <p:nvPr userDrawn="1"/>
        </p:nvSpPr>
        <p:spPr>
          <a:xfrm>
            <a:off x="15853625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/</a:t>
            </a:r>
            <a:r>
              <a:rPr lang="es-CO" sz="2400" b="1" dirty="0" err="1"/>
              <a:t>DISCUniandes</a:t>
            </a:r>
            <a:endParaRPr lang="es-CO" sz="2400" b="1" dirty="0"/>
          </a:p>
        </p:txBody>
      </p:sp>
      <p:sp>
        <p:nvSpPr>
          <p:cNvPr id="38" name="13 Marcador de contenido"/>
          <p:cNvSpPr>
            <a:spLocks noGrp="1"/>
          </p:cNvSpPr>
          <p:nvPr>
            <p:ph sz="quarter" idx="34" hasCustomPrompt="1"/>
          </p:nvPr>
        </p:nvSpPr>
        <p:spPr>
          <a:xfrm>
            <a:off x="648247" y="12313619"/>
            <a:ext cx="11520000" cy="3600450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la introducción</a:t>
            </a:r>
            <a:r>
              <a:rPr lang="es-CO" dirty="0"/>
              <a:t> del proyecto</a:t>
            </a:r>
            <a:endParaRPr lang="es-ES" dirty="0"/>
          </a:p>
        </p:txBody>
      </p:sp>
      <p:sp>
        <p:nvSpPr>
          <p:cNvPr id="42" name="13 Marcador de contenido"/>
          <p:cNvSpPr>
            <a:spLocks noGrp="1"/>
          </p:cNvSpPr>
          <p:nvPr>
            <p:ph sz="quarter" idx="35" hasCustomPrompt="1"/>
          </p:nvPr>
        </p:nvSpPr>
        <p:spPr>
          <a:xfrm>
            <a:off x="612904" y="17714219"/>
            <a:ext cx="11520000" cy="4896544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los objetivos </a:t>
            </a:r>
            <a:r>
              <a:rPr lang="es-CO" dirty="0"/>
              <a:t>del proyecto</a:t>
            </a:r>
            <a:endParaRPr lang="es-ES" dirty="0"/>
          </a:p>
        </p:txBody>
      </p:sp>
      <p:sp>
        <p:nvSpPr>
          <p:cNvPr id="45" name="13 Marcador de contenido"/>
          <p:cNvSpPr>
            <a:spLocks noGrp="1"/>
          </p:cNvSpPr>
          <p:nvPr>
            <p:ph sz="quarter" idx="36" hasCustomPrompt="1"/>
          </p:nvPr>
        </p:nvSpPr>
        <p:spPr>
          <a:xfrm>
            <a:off x="13393663" y="12313568"/>
            <a:ext cx="11520000" cy="655277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el diseño e implementación del </a:t>
            </a:r>
            <a:r>
              <a:rPr lang="es-CO" dirty="0"/>
              <a:t>proyecto</a:t>
            </a:r>
            <a:endParaRPr lang="es-ES" dirty="0"/>
          </a:p>
        </p:txBody>
      </p:sp>
      <p:sp>
        <p:nvSpPr>
          <p:cNvPr id="48" name="13 Marcador de contenido"/>
          <p:cNvSpPr>
            <a:spLocks noGrp="1"/>
          </p:cNvSpPr>
          <p:nvPr>
            <p:ph sz="quarter" idx="37" hasCustomPrompt="1"/>
          </p:nvPr>
        </p:nvSpPr>
        <p:spPr>
          <a:xfrm>
            <a:off x="648247" y="24482970"/>
            <a:ext cx="11520000" cy="10081120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la metodología </a:t>
            </a:r>
            <a:r>
              <a:rPr lang="es-CO" dirty="0"/>
              <a:t>del proyecto</a:t>
            </a:r>
            <a:endParaRPr lang="es-ES" dirty="0"/>
          </a:p>
        </p:txBody>
      </p:sp>
      <p:sp>
        <p:nvSpPr>
          <p:cNvPr id="49" name="13 Marcador de contenido"/>
          <p:cNvSpPr>
            <a:spLocks noGrp="1"/>
          </p:cNvSpPr>
          <p:nvPr>
            <p:ph sz="quarter" idx="38" hasCustomPrompt="1"/>
          </p:nvPr>
        </p:nvSpPr>
        <p:spPr>
          <a:xfrm>
            <a:off x="13393663" y="20594488"/>
            <a:ext cx="11520000" cy="727285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los resultados del </a:t>
            </a:r>
            <a:r>
              <a:rPr lang="es-CO" dirty="0"/>
              <a:t>proyecto</a:t>
            </a:r>
            <a:endParaRPr lang="es-ES" dirty="0"/>
          </a:p>
        </p:txBody>
      </p:sp>
      <p:sp>
        <p:nvSpPr>
          <p:cNvPr id="50" name="13 Marcador de contenido"/>
          <p:cNvSpPr>
            <a:spLocks noGrp="1"/>
          </p:cNvSpPr>
          <p:nvPr>
            <p:ph sz="quarter" idx="39" hasCustomPrompt="1"/>
          </p:nvPr>
        </p:nvSpPr>
        <p:spPr>
          <a:xfrm>
            <a:off x="13393663" y="29451522"/>
            <a:ext cx="11520000" cy="511261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las conclusiones del </a:t>
            </a:r>
            <a:r>
              <a:rPr lang="es-CO" dirty="0"/>
              <a:t>proyecto</a:t>
            </a:r>
            <a:endParaRPr lang="es-E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5373013" cy="2500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 descr="D:\Dropbox\Personales\Uniandes\Proyectos\Websis\iconos\svg\Redes\facebook_E66400.pn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7057" y="35140234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D:\Dropbox\Personales\Uniandes\Proyectos\Websis\iconos\svg\Redes\twitter_E66400.png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65951" y="35206688"/>
            <a:ext cx="720000" cy="581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 descr="D:\Dropbox\Personales\Uniandes\Proyectos\Websis\iconos\svg\Redes\web_E66400.png"/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2185" y="3510413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63564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>
          <a:xfrm>
            <a:off x="1224313" y="35262986"/>
            <a:ext cx="4464497" cy="468000"/>
          </a:xfrm>
        </p:spPr>
        <p:txBody>
          <a:bodyPr/>
          <a:lstStyle>
            <a:lvl1pPr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B402EE88-468A-48F5-896A-B4CE8ACA2C11}" type="datetimeFigureOut">
              <a:rPr lang="es-CO" smtClean="0"/>
              <a:pPr/>
              <a:t>15/05/2026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8650248" y="35266154"/>
            <a:ext cx="6120680" cy="468000"/>
          </a:xfrm>
        </p:spPr>
        <p:txBody>
          <a:bodyPr/>
          <a:lstStyle>
            <a:lvl1pPr algn="l"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endParaRPr lang="es-CO" dirty="0"/>
          </a:p>
        </p:txBody>
      </p:sp>
      <p:sp>
        <p:nvSpPr>
          <p:cNvPr id="6" name="6 Título"/>
          <p:cNvSpPr>
            <a:spLocks noGrp="1"/>
          </p:cNvSpPr>
          <p:nvPr>
            <p:ph type="title" hasCustomPrompt="1"/>
          </p:nvPr>
        </p:nvSpPr>
        <p:spPr>
          <a:xfrm>
            <a:off x="731101" y="3456794"/>
            <a:ext cx="23760000" cy="1440000"/>
          </a:xfrm>
        </p:spPr>
        <p:txBody>
          <a:bodyPr>
            <a:normAutofit/>
          </a:bodyPr>
          <a:lstStyle>
            <a:lvl1pPr>
              <a:defRPr sz="6000" baseline="0"/>
            </a:lvl1pPr>
          </a:lstStyle>
          <a:p>
            <a:r>
              <a:rPr lang="es-ES" dirty="0"/>
              <a:t>Título del Proyecto</a:t>
            </a:r>
            <a:endParaRPr lang="es-CO" dirty="0"/>
          </a:p>
        </p:txBody>
      </p:sp>
      <p:sp>
        <p:nvSpPr>
          <p:cNvPr id="15" name="14 Marcador de texto"/>
          <p:cNvSpPr>
            <a:spLocks noGrp="1"/>
          </p:cNvSpPr>
          <p:nvPr>
            <p:ph type="body" sz="quarter" idx="13" hasCustomPrompt="1"/>
          </p:nvPr>
        </p:nvSpPr>
        <p:spPr>
          <a:xfrm>
            <a:off x="648247" y="7057036"/>
            <a:ext cx="24050672" cy="1080119"/>
          </a:xfrm>
          <a:blipFill>
            <a:blip r:embed="rId2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ctr">
              <a:buNone/>
              <a:defRPr sz="4800">
                <a:solidFill>
                  <a:schemeClr val="bg1"/>
                </a:solidFill>
                <a:latin typeface="+mj-lt"/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Resumen</a:t>
            </a:r>
            <a:endParaRPr lang="es-CO" dirty="0"/>
          </a:p>
        </p:txBody>
      </p:sp>
      <p:sp>
        <p:nvSpPr>
          <p:cNvPr id="22" name="21 Marcador de texto"/>
          <p:cNvSpPr>
            <a:spLocks noGrp="1"/>
          </p:cNvSpPr>
          <p:nvPr>
            <p:ph type="body" sz="quarter" idx="14" hasCustomPrompt="1"/>
          </p:nvPr>
        </p:nvSpPr>
        <p:spPr>
          <a:xfrm>
            <a:off x="693442" y="8353177"/>
            <a:ext cx="24005479" cy="2088231"/>
          </a:xfrm>
        </p:spPr>
        <p:txBody>
          <a:bodyPr>
            <a:noAutofit/>
          </a:bodyPr>
          <a:lstStyle>
            <a:lvl1pPr marL="0" indent="0">
              <a:buNone/>
              <a:defRPr sz="3600" b="1" i="1"/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Resumen del proyecto</a:t>
            </a:r>
          </a:p>
        </p:txBody>
      </p:sp>
      <p:sp>
        <p:nvSpPr>
          <p:cNvPr id="25" name="14 Marcador de texto"/>
          <p:cNvSpPr>
            <a:spLocks noGrp="1"/>
          </p:cNvSpPr>
          <p:nvPr>
            <p:ph type="body" sz="quarter" idx="15" hasCustomPrompt="1"/>
          </p:nvPr>
        </p:nvSpPr>
        <p:spPr>
          <a:xfrm>
            <a:off x="648247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l">
              <a:buNone/>
              <a:defRPr sz="48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Introducción</a:t>
            </a:r>
            <a:endParaRPr lang="es-CO" dirty="0"/>
          </a:p>
        </p:txBody>
      </p:sp>
      <p:sp>
        <p:nvSpPr>
          <p:cNvPr id="26" name="14 Marcador de texto"/>
          <p:cNvSpPr>
            <a:spLocks noGrp="1"/>
          </p:cNvSpPr>
          <p:nvPr>
            <p:ph type="body" sz="quarter" idx="16" hasCustomPrompt="1"/>
          </p:nvPr>
        </p:nvSpPr>
        <p:spPr>
          <a:xfrm>
            <a:off x="648247" y="163460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Objetivos</a:t>
            </a:r>
            <a:endParaRPr lang="es-CO" dirty="0"/>
          </a:p>
        </p:txBody>
      </p:sp>
      <p:sp>
        <p:nvSpPr>
          <p:cNvPr id="27" name="14 Marcador de texto"/>
          <p:cNvSpPr>
            <a:spLocks noGrp="1"/>
          </p:cNvSpPr>
          <p:nvPr>
            <p:ph type="body" sz="quarter" idx="17" hasCustomPrompt="1"/>
          </p:nvPr>
        </p:nvSpPr>
        <p:spPr>
          <a:xfrm>
            <a:off x="648247" y="22898795"/>
            <a:ext cx="11520000" cy="108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Metodología</a:t>
            </a:r>
            <a:endParaRPr lang="es-CO" dirty="0"/>
          </a:p>
        </p:txBody>
      </p:sp>
      <p:sp>
        <p:nvSpPr>
          <p:cNvPr id="28" name="14 Marcador de texto"/>
          <p:cNvSpPr>
            <a:spLocks noGrp="1"/>
          </p:cNvSpPr>
          <p:nvPr>
            <p:ph type="body" sz="quarter" idx="18" hasCustomPrompt="1"/>
          </p:nvPr>
        </p:nvSpPr>
        <p:spPr>
          <a:xfrm>
            <a:off x="13394944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Diseño e implementación</a:t>
            </a:r>
            <a:endParaRPr lang="es-CO" dirty="0"/>
          </a:p>
        </p:txBody>
      </p:sp>
      <p:sp>
        <p:nvSpPr>
          <p:cNvPr id="29" name="14 Marcador de texto"/>
          <p:cNvSpPr>
            <a:spLocks noGrp="1"/>
          </p:cNvSpPr>
          <p:nvPr>
            <p:ph type="body" sz="quarter" idx="19" hasCustomPrompt="1"/>
          </p:nvPr>
        </p:nvSpPr>
        <p:spPr>
          <a:xfrm>
            <a:off x="13393663" y="19154382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Resultados</a:t>
            </a:r>
            <a:endParaRPr lang="es-CO" dirty="0"/>
          </a:p>
        </p:txBody>
      </p:sp>
      <p:sp>
        <p:nvSpPr>
          <p:cNvPr id="30" name="14 Marcador de texto"/>
          <p:cNvSpPr>
            <a:spLocks noGrp="1"/>
          </p:cNvSpPr>
          <p:nvPr>
            <p:ph type="body" sz="quarter" idx="20" hasCustomPrompt="1"/>
          </p:nvPr>
        </p:nvSpPr>
        <p:spPr>
          <a:xfrm>
            <a:off x="13393663" y="28155381"/>
            <a:ext cx="11520000" cy="1080119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Conclusiones</a:t>
            </a:r>
            <a:endParaRPr lang="es-CO" dirty="0"/>
          </a:p>
        </p:txBody>
      </p:sp>
      <p:sp>
        <p:nvSpPr>
          <p:cNvPr id="44" name="21 Marcador de texto"/>
          <p:cNvSpPr>
            <a:spLocks noGrp="1"/>
          </p:cNvSpPr>
          <p:nvPr>
            <p:ph type="body" sz="quarter" idx="30" hasCustomPrompt="1"/>
          </p:nvPr>
        </p:nvSpPr>
        <p:spPr>
          <a:xfrm>
            <a:off x="175" y="2448521"/>
            <a:ext cx="25200000" cy="720000"/>
          </a:xfrm>
          <a:solidFill>
            <a:srgbClr val="663366">
              <a:alpha val="25098"/>
            </a:srgbClr>
          </a:solidFill>
        </p:spPr>
        <p:txBody>
          <a:bodyPr>
            <a:noAutofit/>
          </a:bodyPr>
          <a:lstStyle>
            <a:lvl1pPr marL="0" indent="0" algn="ctr">
              <a:buNone/>
              <a:defRPr sz="3600" b="1" i="0" baseline="0">
                <a:latin typeface="+mj-lt"/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err="1"/>
              <a:t>MISOxxx</a:t>
            </a:r>
            <a:r>
              <a:rPr lang="es-ES" dirty="0"/>
              <a:t> - &lt;Nombre del Curso&gt;</a:t>
            </a:r>
          </a:p>
        </p:txBody>
      </p:sp>
      <p:sp>
        <p:nvSpPr>
          <p:cNvPr id="46" name="21 Marcador de texto"/>
          <p:cNvSpPr>
            <a:spLocks noGrp="1"/>
          </p:cNvSpPr>
          <p:nvPr>
            <p:ph type="body" sz="quarter" idx="31" hasCustomPrompt="1"/>
          </p:nvPr>
        </p:nvSpPr>
        <p:spPr>
          <a:xfrm>
            <a:off x="731101" y="5040810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3200" b="1">
                <a:solidFill>
                  <a:srgbClr val="668C46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&lt;Integrante 1&gt;, &lt;Integrante 2&gt;, &lt;Integrante 3&gt;</a:t>
            </a:r>
          </a:p>
        </p:txBody>
      </p:sp>
      <p:sp>
        <p:nvSpPr>
          <p:cNvPr id="47" name="21 Marcador de texto"/>
          <p:cNvSpPr>
            <a:spLocks noGrp="1"/>
          </p:cNvSpPr>
          <p:nvPr>
            <p:ph type="body" sz="quarter" idx="32" hasCustomPrompt="1"/>
          </p:nvPr>
        </p:nvSpPr>
        <p:spPr>
          <a:xfrm>
            <a:off x="731101" y="5904906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2400" b="1" i="1">
                <a:solidFill>
                  <a:srgbClr val="668C46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&lt;correo1&gt;@uniandes.edu.co, &lt;correo2&gt;@uniandes.edu.co, &lt;correo3&gt;@uniandes.edu.co</a:t>
            </a:r>
          </a:p>
        </p:txBody>
      </p:sp>
      <p:sp>
        <p:nvSpPr>
          <p:cNvPr id="41" name="40 Rectángulo"/>
          <p:cNvSpPr/>
          <p:nvPr userDrawn="1"/>
        </p:nvSpPr>
        <p:spPr>
          <a:xfrm>
            <a:off x="0" y="34924130"/>
            <a:ext cx="25236000" cy="1080000"/>
          </a:xfrm>
          <a:prstGeom prst="rect">
            <a:avLst/>
          </a:prstGeom>
          <a:solidFill>
            <a:srgbClr val="663366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/>
              <a:t> </a:t>
            </a:r>
          </a:p>
        </p:txBody>
      </p:sp>
      <p:sp>
        <p:nvSpPr>
          <p:cNvPr id="2" name="1 CuadroTexto"/>
          <p:cNvSpPr txBox="1"/>
          <p:nvPr userDrawn="1"/>
        </p:nvSpPr>
        <p:spPr>
          <a:xfrm>
            <a:off x="7272905" y="35269324"/>
            <a:ext cx="4364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http://sistemas.uniandes.edu.co</a:t>
            </a:r>
          </a:p>
        </p:txBody>
      </p:sp>
      <p:sp>
        <p:nvSpPr>
          <p:cNvPr id="33" name="32 CuadroTexto"/>
          <p:cNvSpPr txBox="1"/>
          <p:nvPr userDrawn="1"/>
        </p:nvSpPr>
        <p:spPr>
          <a:xfrm>
            <a:off x="12621207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/</a:t>
            </a:r>
            <a:r>
              <a:rPr lang="es-CO" sz="2400" b="1" dirty="0" err="1"/>
              <a:t>DISCUniandes</a:t>
            </a:r>
            <a:endParaRPr lang="es-CO" sz="2400" b="1" dirty="0"/>
          </a:p>
        </p:txBody>
      </p:sp>
      <p:sp>
        <p:nvSpPr>
          <p:cNvPr id="34" name="33 CuadroTexto"/>
          <p:cNvSpPr txBox="1"/>
          <p:nvPr userDrawn="1"/>
        </p:nvSpPr>
        <p:spPr>
          <a:xfrm>
            <a:off x="15853625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/</a:t>
            </a:r>
            <a:r>
              <a:rPr lang="es-CO" sz="2400" b="1" dirty="0" err="1"/>
              <a:t>DISCUniandes</a:t>
            </a:r>
            <a:endParaRPr lang="es-CO" sz="2400" b="1" dirty="0"/>
          </a:p>
        </p:txBody>
      </p:sp>
      <p:sp>
        <p:nvSpPr>
          <p:cNvPr id="38" name="13 Marcador de contenido"/>
          <p:cNvSpPr>
            <a:spLocks noGrp="1"/>
          </p:cNvSpPr>
          <p:nvPr>
            <p:ph sz="quarter" idx="34" hasCustomPrompt="1"/>
          </p:nvPr>
        </p:nvSpPr>
        <p:spPr>
          <a:xfrm>
            <a:off x="648247" y="12313619"/>
            <a:ext cx="11520000" cy="3600450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la introducción</a:t>
            </a:r>
            <a:r>
              <a:rPr lang="es-CO" dirty="0"/>
              <a:t> del proyecto</a:t>
            </a:r>
            <a:endParaRPr lang="es-ES" dirty="0"/>
          </a:p>
        </p:txBody>
      </p:sp>
      <p:sp>
        <p:nvSpPr>
          <p:cNvPr id="42" name="13 Marcador de contenido"/>
          <p:cNvSpPr>
            <a:spLocks noGrp="1"/>
          </p:cNvSpPr>
          <p:nvPr>
            <p:ph sz="quarter" idx="35" hasCustomPrompt="1"/>
          </p:nvPr>
        </p:nvSpPr>
        <p:spPr>
          <a:xfrm>
            <a:off x="612904" y="17714219"/>
            <a:ext cx="11520000" cy="4896544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los objetivos </a:t>
            </a:r>
            <a:r>
              <a:rPr lang="es-CO" dirty="0"/>
              <a:t>del proyecto</a:t>
            </a:r>
            <a:endParaRPr lang="es-ES" dirty="0"/>
          </a:p>
        </p:txBody>
      </p:sp>
      <p:sp>
        <p:nvSpPr>
          <p:cNvPr id="45" name="13 Marcador de contenido"/>
          <p:cNvSpPr>
            <a:spLocks noGrp="1"/>
          </p:cNvSpPr>
          <p:nvPr>
            <p:ph sz="quarter" idx="36" hasCustomPrompt="1"/>
          </p:nvPr>
        </p:nvSpPr>
        <p:spPr>
          <a:xfrm>
            <a:off x="13393663" y="12313568"/>
            <a:ext cx="11520000" cy="655277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el diseño e implementación del </a:t>
            </a:r>
            <a:r>
              <a:rPr lang="es-CO" dirty="0"/>
              <a:t>proyecto</a:t>
            </a:r>
            <a:endParaRPr lang="es-ES" dirty="0"/>
          </a:p>
        </p:txBody>
      </p:sp>
      <p:sp>
        <p:nvSpPr>
          <p:cNvPr id="48" name="13 Marcador de contenido"/>
          <p:cNvSpPr>
            <a:spLocks noGrp="1"/>
          </p:cNvSpPr>
          <p:nvPr>
            <p:ph sz="quarter" idx="37" hasCustomPrompt="1"/>
          </p:nvPr>
        </p:nvSpPr>
        <p:spPr>
          <a:xfrm>
            <a:off x="648247" y="24482970"/>
            <a:ext cx="11520000" cy="10081120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la metodología </a:t>
            </a:r>
            <a:r>
              <a:rPr lang="es-CO" dirty="0"/>
              <a:t>del proyecto</a:t>
            </a:r>
            <a:endParaRPr lang="es-ES" dirty="0"/>
          </a:p>
        </p:txBody>
      </p:sp>
      <p:sp>
        <p:nvSpPr>
          <p:cNvPr id="49" name="13 Marcador de contenido"/>
          <p:cNvSpPr>
            <a:spLocks noGrp="1"/>
          </p:cNvSpPr>
          <p:nvPr>
            <p:ph sz="quarter" idx="38" hasCustomPrompt="1"/>
          </p:nvPr>
        </p:nvSpPr>
        <p:spPr>
          <a:xfrm>
            <a:off x="13393663" y="20594488"/>
            <a:ext cx="11520000" cy="727285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los resultados del </a:t>
            </a:r>
            <a:r>
              <a:rPr lang="es-CO" dirty="0"/>
              <a:t>proyecto</a:t>
            </a:r>
            <a:endParaRPr lang="es-ES" dirty="0"/>
          </a:p>
        </p:txBody>
      </p:sp>
      <p:sp>
        <p:nvSpPr>
          <p:cNvPr id="50" name="13 Marcador de contenido"/>
          <p:cNvSpPr>
            <a:spLocks noGrp="1"/>
          </p:cNvSpPr>
          <p:nvPr>
            <p:ph sz="quarter" idx="39" hasCustomPrompt="1"/>
          </p:nvPr>
        </p:nvSpPr>
        <p:spPr>
          <a:xfrm>
            <a:off x="13393663" y="29451522"/>
            <a:ext cx="11520000" cy="511261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las conclusiones del </a:t>
            </a:r>
            <a:r>
              <a:rPr lang="es-CO" dirty="0"/>
              <a:t>proyecto</a:t>
            </a:r>
            <a:endParaRPr lang="es-ES" dirty="0"/>
          </a:p>
        </p:txBody>
      </p:sp>
      <p:pic>
        <p:nvPicPr>
          <p:cNvPr id="3073" name="Picture 1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5373013" cy="2500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4" name="Picture 2" descr="D:\Dropbox\Personales\Uniandes\Proyectos\Websis\iconos\svg\Redes\web_668c46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9854" y="35084033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D:\Dropbox\Personales\Uniandes\Proyectos\Websis\iconos\svg\Redes\facebook_668c46.png"/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53503" y="35140233"/>
            <a:ext cx="720000" cy="720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D:\Dropbox\Personales\Uniandes\Proyectos\Websis\iconos\svg\Redes\twitter_668c46.png"/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37959" y="35212162"/>
            <a:ext cx="720000" cy="581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51659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>
          <a:xfrm>
            <a:off x="1224313" y="35262986"/>
            <a:ext cx="4464497" cy="468000"/>
          </a:xfrm>
        </p:spPr>
        <p:txBody>
          <a:bodyPr/>
          <a:lstStyle>
            <a:lvl1pPr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B402EE88-468A-48F5-896A-B4CE8ACA2C11}" type="datetimeFigureOut">
              <a:rPr lang="es-CO" smtClean="0"/>
              <a:pPr/>
              <a:t>15/05/2026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8650248" y="35266154"/>
            <a:ext cx="6120680" cy="468000"/>
          </a:xfrm>
        </p:spPr>
        <p:txBody>
          <a:bodyPr/>
          <a:lstStyle>
            <a:lvl1pPr algn="l"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endParaRPr lang="es-CO" dirty="0"/>
          </a:p>
        </p:txBody>
      </p:sp>
      <p:sp>
        <p:nvSpPr>
          <p:cNvPr id="6" name="6 Título"/>
          <p:cNvSpPr>
            <a:spLocks noGrp="1"/>
          </p:cNvSpPr>
          <p:nvPr>
            <p:ph type="title" hasCustomPrompt="1"/>
          </p:nvPr>
        </p:nvSpPr>
        <p:spPr>
          <a:xfrm>
            <a:off x="731101" y="3456794"/>
            <a:ext cx="23760000" cy="1440000"/>
          </a:xfrm>
        </p:spPr>
        <p:txBody>
          <a:bodyPr>
            <a:normAutofit/>
          </a:bodyPr>
          <a:lstStyle>
            <a:lvl1pPr>
              <a:defRPr sz="6000" baseline="0"/>
            </a:lvl1pPr>
          </a:lstStyle>
          <a:p>
            <a:r>
              <a:rPr lang="es-ES" dirty="0"/>
              <a:t>Título del Proyecto</a:t>
            </a:r>
            <a:endParaRPr lang="es-CO" dirty="0"/>
          </a:p>
        </p:txBody>
      </p:sp>
      <p:sp>
        <p:nvSpPr>
          <p:cNvPr id="15" name="14 Marcador de texto"/>
          <p:cNvSpPr>
            <a:spLocks noGrp="1"/>
          </p:cNvSpPr>
          <p:nvPr>
            <p:ph type="body" sz="quarter" idx="13" hasCustomPrompt="1"/>
          </p:nvPr>
        </p:nvSpPr>
        <p:spPr>
          <a:xfrm>
            <a:off x="648247" y="7057036"/>
            <a:ext cx="24050672" cy="1080119"/>
          </a:xfrm>
          <a:blipFill>
            <a:blip r:embed="rId2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ctr">
              <a:buNone/>
              <a:defRPr sz="4800">
                <a:solidFill>
                  <a:schemeClr val="bg1"/>
                </a:solidFill>
                <a:latin typeface="+mj-lt"/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Resumen</a:t>
            </a:r>
            <a:endParaRPr lang="es-CO" dirty="0"/>
          </a:p>
        </p:txBody>
      </p:sp>
      <p:sp>
        <p:nvSpPr>
          <p:cNvPr id="22" name="21 Marcador de texto"/>
          <p:cNvSpPr>
            <a:spLocks noGrp="1"/>
          </p:cNvSpPr>
          <p:nvPr>
            <p:ph type="body" sz="quarter" idx="14" hasCustomPrompt="1"/>
          </p:nvPr>
        </p:nvSpPr>
        <p:spPr>
          <a:xfrm>
            <a:off x="693442" y="8353177"/>
            <a:ext cx="24005479" cy="2088231"/>
          </a:xfrm>
        </p:spPr>
        <p:txBody>
          <a:bodyPr>
            <a:noAutofit/>
          </a:bodyPr>
          <a:lstStyle>
            <a:lvl1pPr marL="0" indent="0">
              <a:buNone/>
              <a:defRPr sz="3600" b="1" i="1"/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Resumen del proyecto</a:t>
            </a:r>
          </a:p>
        </p:txBody>
      </p:sp>
      <p:sp>
        <p:nvSpPr>
          <p:cNvPr id="25" name="14 Marcador de texto"/>
          <p:cNvSpPr>
            <a:spLocks noGrp="1"/>
          </p:cNvSpPr>
          <p:nvPr>
            <p:ph type="body" sz="quarter" idx="15" hasCustomPrompt="1"/>
          </p:nvPr>
        </p:nvSpPr>
        <p:spPr>
          <a:xfrm>
            <a:off x="648247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l">
              <a:buNone/>
              <a:defRPr sz="48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Introducción</a:t>
            </a:r>
            <a:endParaRPr lang="es-CO" dirty="0"/>
          </a:p>
        </p:txBody>
      </p:sp>
      <p:sp>
        <p:nvSpPr>
          <p:cNvPr id="26" name="14 Marcador de texto"/>
          <p:cNvSpPr>
            <a:spLocks noGrp="1"/>
          </p:cNvSpPr>
          <p:nvPr>
            <p:ph type="body" sz="quarter" idx="16" hasCustomPrompt="1"/>
          </p:nvPr>
        </p:nvSpPr>
        <p:spPr>
          <a:xfrm>
            <a:off x="648247" y="163460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Objetivos</a:t>
            </a:r>
            <a:endParaRPr lang="es-CO" dirty="0"/>
          </a:p>
        </p:txBody>
      </p:sp>
      <p:sp>
        <p:nvSpPr>
          <p:cNvPr id="27" name="14 Marcador de texto"/>
          <p:cNvSpPr>
            <a:spLocks noGrp="1"/>
          </p:cNvSpPr>
          <p:nvPr>
            <p:ph type="body" sz="quarter" idx="17" hasCustomPrompt="1"/>
          </p:nvPr>
        </p:nvSpPr>
        <p:spPr>
          <a:xfrm>
            <a:off x="648247" y="22898795"/>
            <a:ext cx="11520000" cy="108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Metodología</a:t>
            </a:r>
            <a:endParaRPr lang="es-CO" dirty="0"/>
          </a:p>
        </p:txBody>
      </p:sp>
      <p:sp>
        <p:nvSpPr>
          <p:cNvPr id="28" name="14 Marcador de texto"/>
          <p:cNvSpPr>
            <a:spLocks noGrp="1"/>
          </p:cNvSpPr>
          <p:nvPr>
            <p:ph type="body" sz="quarter" idx="18" hasCustomPrompt="1"/>
          </p:nvPr>
        </p:nvSpPr>
        <p:spPr>
          <a:xfrm>
            <a:off x="13394944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Diseño e implementación</a:t>
            </a:r>
            <a:endParaRPr lang="es-CO" dirty="0"/>
          </a:p>
        </p:txBody>
      </p:sp>
      <p:sp>
        <p:nvSpPr>
          <p:cNvPr id="29" name="14 Marcador de texto"/>
          <p:cNvSpPr>
            <a:spLocks noGrp="1"/>
          </p:cNvSpPr>
          <p:nvPr>
            <p:ph type="body" sz="quarter" idx="19" hasCustomPrompt="1"/>
          </p:nvPr>
        </p:nvSpPr>
        <p:spPr>
          <a:xfrm>
            <a:off x="13393663" y="19154382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Resultados</a:t>
            </a:r>
            <a:endParaRPr lang="es-CO" dirty="0"/>
          </a:p>
        </p:txBody>
      </p:sp>
      <p:sp>
        <p:nvSpPr>
          <p:cNvPr id="30" name="14 Marcador de texto"/>
          <p:cNvSpPr>
            <a:spLocks noGrp="1"/>
          </p:cNvSpPr>
          <p:nvPr>
            <p:ph type="body" sz="quarter" idx="20" hasCustomPrompt="1"/>
          </p:nvPr>
        </p:nvSpPr>
        <p:spPr>
          <a:xfrm>
            <a:off x="13393663" y="28155381"/>
            <a:ext cx="11520000" cy="1080119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Conclusiones</a:t>
            </a:r>
            <a:endParaRPr lang="es-CO" dirty="0"/>
          </a:p>
        </p:txBody>
      </p:sp>
      <p:sp>
        <p:nvSpPr>
          <p:cNvPr id="44" name="21 Marcador de texto"/>
          <p:cNvSpPr>
            <a:spLocks noGrp="1"/>
          </p:cNvSpPr>
          <p:nvPr>
            <p:ph type="body" sz="quarter" idx="30" hasCustomPrompt="1"/>
          </p:nvPr>
        </p:nvSpPr>
        <p:spPr>
          <a:xfrm>
            <a:off x="174" y="2448520"/>
            <a:ext cx="25235825" cy="720081"/>
          </a:xfrm>
          <a:solidFill>
            <a:srgbClr val="CC6634">
              <a:alpha val="25098"/>
            </a:srgbClr>
          </a:solidFill>
        </p:spPr>
        <p:txBody>
          <a:bodyPr>
            <a:noAutofit/>
          </a:bodyPr>
          <a:lstStyle>
            <a:lvl1pPr marL="0" indent="0" algn="ctr">
              <a:buNone/>
              <a:defRPr sz="3600" b="1" i="0" baseline="0">
                <a:latin typeface="+mj-lt"/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err="1"/>
              <a:t>ISISxxx</a:t>
            </a:r>
            <a:r>
              <a:rPr lang="es-ES" dirty="0"/>
              <a:t> - &lt;Nombre del Curso&gt;</a:t>
            </a:r>
          </a:p>
        </p:txBody>
      </p:sp>
      <p:sp>
        <p:nvSpPr>
          <p:cNvPr id="46" name="21 Marcador de texto"/>
          <p:cNvSpPr>
            <a:spLocks noGrp="1"/>
          </p:cNvSpPr>
          <p:nvPr>
            <p:ph type="body" sz="quarter" idx="31" hasCustomPrompt="1"/>
          </p:nvPr>
        </p:nvSpPr>
        <p:spPr>
          <a:xfrm>
            <a:off x="731101" y="5040810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3200" b="1">
                <a:solidFill>
                  <a:srgbClr val="295688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&lt;Integrante 1&gt;, &lt;Integrante 2&gt;, &lt;Integrante 3&gt;</a:t>
            </a:r>
          </a:p>
        </p:txBody>
      </p:sp>
      <p:sp>
        <p:nvSpPr>
          <p:cNvPr id="47" name="21 Marcador de texto"/>
          <p:cNvSpPr>
            <a:spLocks noGrp="1"/>
          </p:cNvSpPr>
          <p:nvPr>
            <p:ph type="body" sz="quarter" idx="32" hasCustomPrompt="1"/>
          </p:nvPr>
        </p:nvSpPr>
        <p:spPr>
          <a:xfrm>
            <a:off x="731101" y="5904906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2400" b="1" i="1">
                <a:solidFill>
                  <a:srgbClr val="295688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&lt;correo1&gt;@uniandes.edu.co, &lt;correo2&gt;@uniandes.edu.co, &lt;correo3&gt;@uniandes.edu.co</a:t>
            </a:r>
          </a:p>
        </p:txBody>
      </p:sp>
      <p:sp>
        <p:nvSpPr>
          <p:cNvPr id="41" name="40 Rectángulo"/>
          <p:cNvSpPr/>
          <p:nvPr userDrawn="1"/>
        </p:nvSpPr>
        <p:spPr>
          <a:xfrm>
            <a:off x="0" y="34924130"/>
            <a:ext cx="25236000" cy="1080000"/>
          </a:xfrm>
          <a:prstGeom prst="rect">
            <a:avLst/>
          </a:prstGeom>
          <a:solidFill>
            <a:srgbClr val="CC6634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/>
              <a:t> </a:t>
            </a:r>
          </a:p>
        </p:txBody>
      </p:sp>
      <p:sp>
        <p:nvSpPr>
          <p:cNvPr id="2" name="1 CuadroTexto"/>
          <p:cNvSpPr txBox="1"/>
          <p:nvPr userDrawn="1"/>
        </p:nvSpPr>
        <p:spPr>
          <a:xfrm>
            <a:off x="7272905" y="35269324"/>
            <a:ext cx="4364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http://sistemas.uniandes.edu.co</a:t>
            </a:r>
          </a:p>
        </p:txBody>
      </p:sp>
      <p:sp>
        <p:nvSpPr>
          <p:cNvPr id="33" name="32 CuadroTexto"/>
          <p:cNvSpPr txBox="1"/>
          <p:nvPr userDrawn="1"/>
        </p:nvSpPr>
        <p:spPr>
          <a:xfrm>
            <a:off x="12621207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/</a:t>
            </a:r>
            <a:r>
              <a:rPr lang="es-CO" sz="2400" b="1" dirty="0" err="1"/>
              <a:t>DISCUniandes</a:t>
            </a:r>
            <a:endParaRPr lang="es-CO" sz="2400" b="1" dirty="0"/>
          </a:p>
        </p:txBody>
      </p:sp>
      <p:sp>
        <p:nvSpPr>
          <p:cNvPr id="34" name="33 CuadroTexto"/>
          <p:cNvSpPr txBox="1"/>
          <p:nvPr userDrawn="1"/>
        </p:nvSpPr>
        <p:spPr>
          <a:xfrm>
            <a:off x="15853625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/</a:t>
            </a:r>
            <a:r>
              <a:rPr lang="es-CO" sz="2400" b="1" dirty="0" err="1"/>
              <a:t>DISCUniandes</a:t>
            </a:r>
            <a:endParaRPr lang="es-CO" sz="2400" b="1" dirty="0"/>
          </a:p>
        </p:txBody>
      </p:sp>
      <p:sp>
        <p:nvSpPr>
          <p:cNvPr id="38" name="13 Marcador de contenido"/>
          <p:cNvSpPr>
            <a:spLocks noGrp="1"/>
          </p:cNvSpPr>
          <p:nvPr>
            <p:ph sz="quarter" idx="34" hasCustomPrompt="1"/>
          </p:nvPr>
        </p:nvSpPr>
        <p:spPr>
          <a:xfrm>
            <a:off x="648247" y="12313619"/>
            <a:ext cx="11520000" cy="3600450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la introducción</a:t>
            </a:r>
            <a:r>
              <a:rPr lang="es-CO" dirty="0"/>
              <a:t> del proyecto</a:t>
            </a:r>
            <a:endParaRPr lang="es-ES" dirty="0"/>
          </a:p>
        </p:txBody>
      </p:sp>
      <p:sp>
        <p:nvSpPr>
          <p:cNvPr id="42" name="13 Marcador de contenido"/>
          <p:cNvSpPr>
            <a:spLocks noGrp="1"/>
          </p:cNvSpPr>
          <p:nvPr>
            <p:ph sz="quarter" idx="35" hasCustomPrompt="1"/>
          </p:nvPr>
        </p:nvSpPr>
        <p:spPr>
          <a:xfrm>
            <a:off x="612904" y="17714219"/>
            <a:ext cx="11520000" cy="4896544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los objetivos </a:t>
            </a:r>
            <a:r>
              <a:rPr lang="es-CO" dirty="0"/>
              <a:t>del proyecto</a:t>
            </a:r>
            <a:endParaRPr lang="es-ES" dirty="0"/>
          </a:p>
        </p:txBody>
      </p:sp>
      <p:sp>
        <p:nvSpPr>
          <p:cNvPr id="45" name="13 Marcador de contenido"/>
          <p:cNvSpPr>
            <a:spLocks noGrp="1"/>
          </p:cNvSpPr>
          <p:nvPr>
            <p:ph sz="quarter" idx="36" hasCustomPrompt="1"/>
          </p:nvPr>
        </p:nvSpPr>
        <p:spPr>
          <a:xfrm>
            <a:off x="13393663" y="12313568"/>
            <a:ext cx="11520000" cy="655277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el diseño e implementación del </a:t>
            </a:r>
            <a:r>
              <a:rPr lang="es-CO" dirty="0"/>
              <a:t>proyecto</a:t>
            </a:r>
            <a:endParaRPr lang="es-ES" dirty="0"/>
          </a:p>
        </p:txBody>
      </p:sp>
      <p:sp>
        <p:nvSpPr>
          <p:cNvPr id="48" name="13 Marcador de contenido"/>
          <p:cNvSpPr>
            <a:spLocks noGrp="1"/>
          </p:cNvSpPr>
          <p:nvPr>
            <p:ph sz="quarter" idx="37" hasCustomPrompt="1"/>
          </p:nvPr>
        </p:nvSpPr>
        <p:spPr>
          <a:xfrm>
            <a:off x="648247" y="24482970"/>
            <a:ext cx="11520000" cy="10081120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la metodología </a:t>
            </a:r>
            <a:r>
              <a:rPr lang="es-CO" dirty="0"/>
              <a:t>del proyecto</a:t>
            </a:r>
            <a:endParaRPr lang="es-ES" dirty="0"/>
          </a:p>
        </p:txBody>
      </p:sp>
      <p:sp>
        <p:nvSpPr>
          <p:cNvPr id="49" name="13 Marcador de contenido"/>
          <p:cNvSpPr>
            <a:spLocks noGrp="1"/>
          </p:cNvSpPr>
          <p:nvPr>
            <p:ph sz="quarter" idx="38" hasCustomPrompt="1"/>
          </p:nvPr>
        </p:nvSpPr>
        <p:spPr>
          <a:xfrm>
            <a:off x="13393663" y="20594488"/>
            <a:ext cx="11520000" cy="727285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los resultados del </a:t>
            </a:r>
            <a:r>
              <a:rPr lang="es-CO" dirty="0"/>
              <a:t>proyecto</a:t>
            </a:r>
            <a:endParaRPr lang="es-ES" dirty="0"/>
          </a:p>
        </p:txBody>
      </p:sp>
      <p:sp>
        <p:nvSpPr>
          <p:cNvPr id="50" name="13 Marcador de contenido"/>
          <p:cNvSpPr>
            <a:spLocks noGrp="1"/>
          </p:cNvSpPr>
          <p:nvPr>
            <p:ph sz="quarter" idx="39" hasCustomPrompt="1"/>
          </p:nvPr>
        </p:nvSpPr>
        <p:spPr>
          <a:xfrm>
            <a:off x="13393663" y="29451522"/>
            <a:ext cx="11520000" cy="511261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las conclusiones del </a:t>
            </a:r>
            <a:r>
              <a:rPr lang="es-CO" dirty="0"/>
              <a:t>proyecto</a:t>
            </a:r>
            <a:endParaRPr lang="es-ES" dirty="0"/>
          </a:p>
        </p:txBody>
      </p:sp>
      <p:pic>
        <p:nvPicPr>
          <p:cNvPr id="4097" name="Picture 1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5373013" cy="2500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8" name="Picture 2" descr="D:\Dropbox\Personales\Uniandes\Proyectos\Websis\iconos\svg\Redes\twitter_295685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94522" y="35104130"/>
            <a:ext cx="891429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9" name="Picture 3" descr="D:\Dropbox\Personales\Uniandes\Proyectos\Websis\iconos\svg\Redes\web_295685.png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2905" y="35140234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D:\Dropbox\Personales\Uniandes\Proyectos\Websis\iconos\svg\Redes\facebook_295685.png"/>
          <p:cNvPicPr>
            <a:picLocks noChangeAspect="1" noChangeArrowheads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81495" y="3510413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26241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S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>
          <a:xfrm>
            <a:off x="1224313" y="35262986"/>
            <a:ext cx="4464497" cy="468000"/>
          </a:xfrm>
        </p:spPr>
        <p:txBody>
          <a:bodyPr/>
          <a:lstStyle>
            <a:lvl1pPr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B402EE88-468A-48F5-896A-B4CE8ACA2C11}" type="datetimeFigureOut">
              <a:rPr lang="es-CO" smtClean="0"/>
              <a:pPr/>
              <a:t>15/05/2026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8650248" y="35266154"/>
            <a:ext cx="6120680" cy="468000"/>
          </a:xfrm>
        </p:spPr>
        <p:txBody>
          <a:bodyPr/>
          <a:lstStyle>
            <a:lvl1pPr algn="l"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endParaRPr lang="es-CO" dirty="0"/>
          </a:p>
        </p:txBody>
      </p:sp>
      <p:sp>
        <p:nvSpPr>
          <p:cNvPr id="6" name="6 Título"/>
          <p:cNvSpPr>
            <a:spLocks noGrp="1"/>
          </p:cNvSpPr>
          <p:nvPr>
            <p:ph type="title" hasCustomPrompt="1"/>
          </p:nvPr>
        </p:nvSpPr>
        <p:spPr>
          <a:xfrm>
            <a:off x="731101" y="3456794"/>
            <a:ext cx="23760000" cy="1440000"/>
          </a:xfrm>
        </p:spPr>
        <p:txBody>
          <a:bodyPr>
            <a:normAutofit/>
          </a:bodyPr>
          <a:lstStyle>
            <a:lvl1pPr>
              <a:defRPr sz="6000" baseline="0"/>
            </a:lvl1pPr>
          </a:lstStyle>
          <a:p>
            <a:r>
              <a:rPr lang="es-ES" dirty="0"/>
              <a:t>Título del Proyecto</a:t>
            </a:r>
            <a:endParaRPr lang="es-CO" dirty="0"/>
          </a:p>
        </p:txBody>
      </p:sp>
      <p:sp>
        <p:nvSpPr>
          <p:cNvPr id="15" name="14 Marcador de texto"/>
          <p:cNvSpPr>
            <a:spLocks noGrp="1"/>
          </p:cNvSpPr>
          <p:nvPr>
            <p:ph type="body" sz="quarter" idx="13" hasCustomPrompt="1"/>
          </p:nvPr>
        </p:nvSpPr>
        <p:spPr>
          <a:xfrm>
            <a:off x="648247" y="7057036"/>
            <a:ext cx="24050672" cy="1080119"/>
          </a:xfrm>
          <a:blipFill>
            <a:blip r:embed="rId2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ctr">
              <a:buNone/>
              <a:defRPr sz="4800">
                <a:solidFill>
                  <a:schemeClr val="bg1"/>
                </a:solidFill>
                <a:latin typeface="+mj-lt"/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n-US" dirty="0" err="1"/>
              <a:t>Resumen</a:t>
            </a:r>
            <a:endParaRPr lang="es-CO" dirty="0"/>
          </a:p>
        </p:txBody>
      </p:sp>
      <p:sp>
        <p:nvSpPr>
          <p:cNvPr id="22" name="21 Marcador de texto"/>
          <p:cNvSpPr>
            <a:spLocks noGrp="1"/>
          </p:cNvSpPr>
          <p:nvPr>
            <p:ph type="body" sz="quarter" idx="14" hasCustomPrompt="1"/>
          </p:nvPr>
        </p:nvSpPr>
        <p:spPr>
          <a:xfrm>
            <a:off x="693442" y="8353177"/>
            <a:ext cx="24005479" cy="2088231"/>
          </a:xfrm>
        </p:spPr>
        <p:txBody>
          <a:bodyPr>
            <a:noAutofit/>
          </a:bodyPr>
          <a:lstStyle>
            <a:lvl1pPr marL="0" indent="0">
              <a:buNone/>
              <a:defRPr sz="3600" b="1" i="1"/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Resumen del proyecto</a:t>
            </a:r>
          </a:p>
        </p:txBody>
      </p:sp>
      <p:sp>
        <p:nvSpPr>
          <p:cNvPr id="25" name="14 Marcador de texto"/>
          <p:cNvSpPr>
            <a:spLocks noGrp="1"/>
          </p:cNvSpPr>
          <p:nvPr>
            <p:ph type="body" sz="quarter" idx="15" hasCustomPrompt="1"/>
          </p:nvPr>
        </p:nvSpPr>
        <p:spPr>
          <a:xfrm>
            <a:off x="648247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l">
              <a:buNone/>
              <a:defRPr sz="48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Introducción</a:t>
            </a:r>
            <a:endParaRPr lang="es-CO" dirty="0"/>
          </a:p>
        </p:txBody>
      </p:sp>
      <p:sp>
        <p:nvSpPr>
          <p:cNvPr id="26" name="14 Marcador de texto"/>
          <p:cNvSpPr>
            <a:spLocks noGrp="1"/>
          </p:cNvSpPr>
          <p:nvPr>
            <p:ph type="body" sz="quarter" idx="16" hasCustomPrompt="1"/>
          </p:nvPr>
        </p:nvSpPr>
        <p:spPr>
          <a:xfrm>
            <a:off x="648247" y="163460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Objetivos</a:t>
            </a:r>
            <a:endParaRPr lang="es-CO" dirty="0"/>
          </a:p>
        </p:txBody>
      </p:sp>
      <p:sp>
        <p:nvSpPr>
          <p:cNvPr id="27" name="14 Marcador de texto"/>
          <p:cNvSpPr>
            <a:spLocks noGrp="1"/>
          </p:cNvSpPr>
          <p:nvPr>
            <p:ph type="body" sz="quarter" idx="17" hasCustomPrompt="1"/>
          </p:nvPr>
        </p:nvSpPr>
        <p:spPr>
          <a:xfrm>
            <a:off x="648247" y="22898795"/>
            <a:ext cx="11520000" cy="108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Metodología</a:t>
            </a:r>
            <a:endParaRPr lang="es-CO" dirty="0"/>
          </a:p>
        </p:txBody>
      </p:sp>
      <p:sp>
        <p:nvSpPr>
          <p:cNvPr id="28" name="14 Marcador de texto"/>
          <p:cNvSpPr>
            <a:spLocks noGrp="1"/>
          </p:cNvSpPr>
          <p:nvPr>
            <p:ph type="body" sz="quarter" idx="18" hasCustomPrompt="1"/>
          </p:nvPr>
        </p:nvSpPr>
        <p:spPr>
          <a:xfrm>
            <a:off x="13394944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Diseño e implementación</a:t>
            </a:r>
            <a:endParaRPr lang="es-CO" dirty="0"/>
          </a:p>
        </p:txBody>
      </p:sp>
      <p:sp>
        <p:nvSpPr>
          <p:cNvPr id="29" name="14 Marcador de texto"/>
          <p:cNvSpPr>
            <a:spLocks noGrp="1"/>
          </p:cNvSpPr>
          <p:nvPr>
            <p:ph type="body" sz="quarter" idx="19" hasCustomPrompt="1"/>
          </p:nvPr>
        </p:nvSpPr>
        <p:spPr>
          <a:xfrm>
            <a:off x="13393663" y="19154382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Resultados</a:t>
            </a:r>
            <a:endParaRPr lang="es-CO" dirty="0"/>
          </a:p>
        </p:txBody>
      </p:sp>
      <p:sp>
        <p:nvSpPr>
          <p:cNvPr id="30" name="14 Marcador de texto"/>
          <p:cNvSpPr>
            <a:spLocks noGrp="1"/>
          </p:cNvSpPr>
          <p:nvPr>
            <p:ph type="body" sz="quarter" idx="20" hasCustomPrompt="1"/>
          </p:nvPr>
        </p:nvSpPr>
        <p:spPr>
          <a:xfrm>
            <a:off x="13393663" y="28155381"/>
            <a:ext cx="11520000" cy="1080119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Conclusiones</a:t>
            </a:r>
            <a:endParaRPr lang="es-CO" dirty="0"/>
          </a:p>
        </p:txBody>
      </p:sp>
      <p:sp>
        <p:nvSpPr>
          <p:cNvPr id="44" name="21 Marcador de texto"/>
          <p:cNvSpPr>
            <a:spLocks noGrp="1"/>
          </p:cNvSpPr>
          <p:nvPr>
            <p:ph type="body" sz="quarter" idx="30" hasCustomPrompt="1"/>
          </p:nvPr>
        </p:nvSpPr>
        <p:spPr>
          <a:xfrm>
            <a:off x="174" y="2500313"/>
            <a:ext cx="12601321" cy="668288"/>
          </a:xfrm>
          <a:solidFill>
            <a:srgbClr val="DBC965">
              <a:alpha val="25098"/>
            </a:srgbClr>
          </a:solidFill>
        </p:spPr>
        <p:txBody>
          <a:bodyPr>
            <a:noAutofit/>
          </a:bodyPr>
          <a:lstStyle>
            <a:lvl1pPr marL="0" indent="0" algn="ctr">
              <a:buNone/>
              <a:defRPr sz="3600" b="1" i="0" baseline="0">
                <a:latin typeface="+mj-lt"/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err="1"/>
              <a:t>Ingenier</a:t>
            </a:r>
            <a:r>
              <a:rPr lang="en-US" dirty="0" err="1"/>
              <a:t>ía</a:t>
            </a:r>
            <a:r>
              <a:rPr lang="en-US" dirty="0"/>
              <a:t> de </a:t>
            </a:r>
            <a:r>
              <a:rPr lang="en-US" dirty="0" err="1"/>
              <a:t>Sistemas</a:t>
            </a:r>
            <a:r>
              <a:rPr lang="en-US" dirty="0"/>
              <a:t> y </a:t>
            </a:r>
            <a:r>
              <a:rPr lang="en-US" dirty="0" err="1"/>
              <a:t>Computación</a:t>
            </a:r>
            <a:endParaRPr lang="es-ES" dirty="0"/>
          </a:p>
        </p:txBody>
      </p:sp>
      <p:sp>
        <p:nvSpPr>
          <p:cNvPr id="46" name="21 Marcador de texto"/>
          <p:cNvSpPr>
            <a:spLocks noGrp="1"/>
          </p:cNvSpPr>
          <p:nvPr>
            <p:ph type="body" sz="quarter" idx="31" hasCustomPrompt="1"/>
          </p:nvPr>
        </p:nvSpPr>
        <p:spPr>
          <a:xfrm>
            <a:off x="731101" y="5040810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3200" b="1">
                <a:solidFill>
                  <a:srgbClr val="295688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&lt;Integrante 1&gt;, &lt;Integrante 2&gt;, &lt;Integrante 3&gt;</a:t>
            </a:r>
          </a:p>
        </p:txBody>
      </p:sp>
      <p:sp>
        <p:nvSpPr>
          <p:cNvPr id="47" name="21 Marcador de texto"/>
          <p:cNvSpPr>
            <a:spLocks noGrp="1"/>
          </p:cNvSpPr>
          <p:nvPr>
            <p:ph type="body" sz="quarter" idx="32" hasCustomPrompt="1"/>
          </p:nvPr>
        </p:nvSpPr>
        <p:spPr>
          <a:xfrm>
            <a:off x="731101" y="5904906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2400" b="1" i="1">
                <a:solidFill>
                  <a:srgbClr val="295688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&lt;correo1&gt;@uniandes.edu.co, &lt;correo2&gt;@uniandes.edu.co, &lt;correo3&gt;@uniandes.edu.co</a:t>
            </a:r>
          </a:p>
        </p:txBody>
      </p:sp>
      <p:sp>
        <p:nvSpPr>
          <p:cNvPr id="41" name="40 Rectángulo"/>
          <p:cNvSpPr/>
          <p:nvPr userDrawn="1"/>
        </p:nvSpPr>
        <p:spPr>
          <a:xfrm>
            <a:off x="0" y="34924130"/>
            <a:ext cx="25236000" cy="1080000"/>
          </a:xfrm>
          <a:prstGeom prst="rect">
            <a:avLst/>
          </a:prstGeom>
          <a:solidFill>
            <a:srgbClr val="DBC965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/>
              <a:t> </a:t>
            </a:r>
          </a:p>
        </p:txBody>
      </p:sp>
      <p:sp>
        <p:nvSpPr>
          <p:cNvPr id="2" name="1 CuadroTexto"/>
          <p:cNvSpPr txBox="1"/>
          <p:nvPr userDrawn="1"/>
        </p:nvSpPr>
        <p:spPr>
          <a:xfrm>
            <a:off x="7272905" y="35269324"/>
            <a:ext cx="4364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http://sistemas.uniandes.edu.co</a:t>
            </a:r>
          </a:p>
        </p:txBody>
      </p:sp>
      <p:sp>
        <p:nvSpPr>
          <p:cNvPr id="33" name="32 CuadroTexto"/>
          <p:cNvSpPr txBox="1"/>
          <p:nvPr userDrawn="1"/>
        </p:nvSpPr>
        <p:spPr>
          <a:xfrm>
            <a:off x="12621207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/</a:t>
            </a:r>
            <a:r>
              <a:rPr lang="es-CO" sz="2400" b="1" dirty="0" err="1"/>
              <a:t>DISCUniandes</a:t>
            </a:r>
            <a:endParaRPr lang="es-CO" sz="2400" b="1" dirty="0"/>
          </a:p>
        </p:txBody>
      </p:sp>
      <p:sp>
        <p:nvSpPr>
          <p:cNvPr id="34" name="33 CuadroTexto"/>
          <p:cNvSpPr txBox="1"/>
          <p:nvPr userDrawn="1"/>
        </p:nvSpPr>
        <p:spPr>
          <a:xfrm>
            <a:off x="15853625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/</a:t>
            </a:r>
            <a:r>
              <a:rPr lang="es-CO" sz="2400" b="1" dirty="0" err="1"/>
              <a:t>DISCUniandes</a:t>
            </a:r>
            <a:endParaRPr lang="es-CO" sz="2400" b="1" dirty="0"/>
          </a:p>
        </p:txBody>
      </p:sp>
      <p:sp>
        <p:nvSpPr>
          <p:cNvPr id="38" name="13 Marcador de contenido"/>
          <p:cNvSpPr>
            <a:spLocks noGrp="1"/>
          </p:cNvSpPr>
          <p:nvPr>
            <p:ph sz="quarter" idx="34" hasCustomPrompt="1"/>
          </p:nvPr>
        </p:nvSpPr>
        <p:spPr>
          <a:xfrm>
            <a:off x="648247" y="12313619"/>
            <a:ext cx="11520000" cy="3600450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la introducción</a:t>
            </a:r>
            <a:r>
              <a:rPr lang="es-CO" dirty="0"/>
              <a:t> del proyecto</a:t>
            </a:r>
            <a:endParaRPr lang="es-ES" dirty="0"/>
          </a:p>
        </p:txBody>
      </p:sp>
      <p:sp>
        <p:nvSpPr>
          <p:cNvPr id="42" name="13 Marcador de contenido"/>
          <p:cNvSpPr>
            <a:spLocks noGrp="1"/>
          </p:cNvSpPr>
          <p:nvPr>
            <p:ph sz="quarter" idx="35" hasCustomPrompt="1"/>
          </p:nvPr>
        </p:nvSpPr>
        <p:spPr>
          <a:xfrm>
            <a:off x="612904" y="17714219"/>
            <a:ext cx="11520000" cy="4896544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los objetivos </a:t>
            </a:r>
            <a:r>
              <a:rPr lang="es-CO" dirty="0"/>
              <a:t>del proyecto</a:t>
            </a:r>
            <a:endParaRPr lang="es-ES" dirty="0"/>
          </a:p>
        </p:txBody>
      </p:sp>
      <p:sp>
        <p:nvSpPr>
          <p:cNvPr id="45" name="13 Marcador de contenido"/>
          <p:cNvSpPr>
            <a:spLocks noGrp="1"/>
          </p:cNvSpPr>
          <p:nvPr>
            <p:ph sz="quarter" idx="36" hasCustomPrompt="1"/>
          </p:nvPr>
        </p:nvSpPr>
        <p:spPr>
          <a:xfrm>
            <a:off x="13393663" y="12313568"/>
            <a:ext cx="11520000" cy="655277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el diseño e implementación del </a:t>
            </a:r>
            <a:r>
              <a:rPr lang="es-CO" dirty="0"/>
              <a:t>proyecto</a:t>
            </a:r>
            <a:endParaRPr lang="es-ES" dirty="0"/>
          </a:p>
        </p:txBody>
      </p:sp>
      <p:sp>
        <p:nvSpPr>
          <p:cNvPr id="48" name="13 Marcador de contenido"/>
          <p:cNvSpPr>
            <a:spLocks noGrp="1"/>
          </p:cNvSpPr>
          <p:nvPr>
            <p:ph sz="quarter" idx="37" hasCustomPrompt="1"/>
          </p:nvPr>
        </p:nvSpPr>
        <p:spPr>
          <a:xfrm>
            <a:off x="648247" y="24482970"/>
            <a:ext cx="11520000" cy="10081120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la metodología </a:t>
            </a:r>
            <a:r>
              <a:rPr lang="es-CO" dirty="0"/>
              <a:t>del proyecto</a:t>
            </a:r>
            <a:endParaRPr lang="es-ES" dirty="0"/>
          </a:p>
        </p:txBody>
      </p:sp>
      <p:sp>
        <p:nvSpPr>
          <p:cNvPr id="49" name="13 Marcador de contenido"/>
          <p:cNvSpPr>
            <a:spLocks noGrp="1"/>
          </p:cNvSpPr>
          <p:nvPr>
            <p:ph sz="quarter" idx="38" hasCustomPrompt="1"/>
          </p:nvPr>
        </p:nvSpPr>
        <p:spPr>
          <a:xfrm>
            <a:off x="13393663" y="20594488"/>
            <a:ext cx="11520000" cy="727285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los resultados del </a:t>
            </a:r>
            <a:r>
              <a:rPr lang="es-CO" dirty="0"/>
              <a:t>proyecto</a:t>
            </a:r>
            <a:endParaRPr lang="es-ES" dirty="0"/>
          </a:p>
        </p:txBody>
      </p:sp>
      <p:sp>
        <p:nvSpPr>
          <p:cNvPr id="50" name="13 Marcador de contenido"/>
          <p:cNvSpPr>
            <a:spLocks noGrp="1"/>
          </p:cNvSpPr>
          <p:nvPr>
            <p:ph sz="quarter" idx="39" hasCustomPrompt="1"/>
          </p:nvPr>
        </p:nvSpPr>
        <p:spPr>
          <a:xfrm>
            <a:off x="13393663" y="29451522"/>
            <a:ext cx="11520000" cy="511261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las conclusiones del </a:t>
            </a:r>
            <a:r>
              <a:rPr lang="es-CO" dirty="0"/>
              <a:t>proyecto</a:t>
            </a:r>
            <a:endParaRPr lang="es-ES" dirty="0"/>
          </a:p>
        </p:txBody>
      </p:sp>
      <p:pic>
        <p:nvPicPr>
          <p:cNvPr id="4098" name="Picture 2" descr="D:\Dropbox\Personales\Uniandes\Proyectos\Websis\iconos\svg\Redes\twitter_295685.png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94522" y="35104130"/>
            <a:ext cx="891429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9" name="Picture 3" descr="D:\Dropbox\Personales\Uniandes\Proyectos\Websis\iconos\svg\Redes\web_295685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2905" y="35140234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D:\Dropbox\Personales\Uniandes\Proyectos\Websis\iconos\svg\Redes\facebook_295685.png"/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81495" y="3510413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/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5373013" cy="2500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1" name="21 Marcador de texto"/>
          <p:cNvSpPr>
            <a:spLocks noGrp="1"/>
          </p:cNvSpPr>
          <p:nvPr>
            <p:ph type="body" sz="quarter" idx="33" hasCustomPrompt="1"/>
          </p:nvPr>
        </p:nvSpPr>
        <p:spPr>
          <a:xfrm>
            <a:off x="12601495" y="2500313"/>
            <a:ext cx="12644518" cy="668208"/>
          </a:xfrm>
          <a:solidFill>
            <a:srgbClr val="F7F2D9"/>
          </a:solidFill>
        </p:spPr>
        <p:txBody>
          <a:bodyPr>
            <a:noAutofit/>
          </a:bodyPr>
          <a:lstStyle>
            <a:lvl1pPr marL="0" indent="0" algn="r">
              <a:buNone/>
              <a:defRPr sz="3200" b="1" i="1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Asesor: &lt;asesor&gt; (&lt;correo asesor&gt;@uniandes.edu.co)</a:t>
            </a:r>
          </a:p>
        </p:txBody>
      </p:sp>
    </p:spTree>
    <p:extLst>
      <p:ext uri="{BB962C8B-B14F-4D97-AF65-F5344CB8AC3E}">
        <p14:creationId xmlns:p14="http://schemas.microsoft.com/office/powerpoint/2010/main" val="17598786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260159" y="1433514"/>
            <a:ext cx="8291664" cy="6100763"/>
          </a:xfrm>
        </p:spPr>
        <p:txBody>
          <a:bodyPr anchor="b"/>
          <a:lstStyle>
            <a:lvl1pPr algn="l">
              <a:defRPr sz="7700" b="1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9853733" y="1433516"/>
            <a:ext cx="14089263" cy="30728846"/>
          </a:xfrm>
        </p:spPr>
        <p:txBody>
          <a:bodyPr/>
          <a:lstStyle>
            <a:lvl1pPr>
              <a:defRPr sz="12200"/>
            </a:lvl1pPr>
            <a:lvl2pPr>
              <a:defRPr sz="10700"/>
            </a:lvl2pPr>
            <a:lvl3pPr>
              <a:defRPr sz="9200"/>
            </a:lvl3pPr>
            <a:lvl4pPr>
              <a:defRPr sz="7700"/>
            </a:lvl4pPr>
            <a:lvl5pPr>
              <a:defRPr sz="7700"/>
            </a:lvl5pPr>
            <a:lvl6pPr>
              <a:defRPr sz="7700"/>
            </a:lvl6pPr>
            <a:lvl7pPr>
              <a:defRPr sz="7700"/>
            </a:lvl7pPr>
            <a:lvl8pPr>
              <a:defRPr sz="7700"/>
            </a:lvl8pPr>
            <a:lvl9pPr>
              <a:defRPr sz="7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260159" y="7534279"/>
            <a:ext cx="8291664" cy="24628081"/>
          </a:xfrm>
        </p:spPr>
        <p:txBody>
          <a:bodyPr/>
          <a:lstStyle>
            <a:lvl1pPr marL="0" indent="0">
              <a:buNone/>
              <a:defRPr sz="5400"/>
            </a:lvl1pPr>
            <a:lvl2pPr marL="1748790" indent="0">
              <a:buNone/>
              <a:defRPr sz="4600"/>
            </a:lvl2pPr>
            <a:lvl3pPr marL="3497580" indent="0">
              <a:buNone/>
              <a:defRPr sz="3800"/>
            </a:lvl3pPr>
            <a:lvl4pPr marL="5246370" indent="0">
              <a:buNone/>
              <a:defRPr sz="3400"/>
            </a:lvl4pPr>
            <a:lvl5pPr marL="6995160" indent="0">
              <a:buNone/>
              <a:defRPr sz="3400"/>
            </a:lvl5pPr>
            <a:lvl6pPr marL="8743950" indent="0">
              <a:buNone/>
              <a:defRPr sz="3400"/>
            </a:lvl6pPr>
            <a:lvl7pPr marL="10492740" indent="0">
              <a:buNone/>
              <a:defRPr sz="3400"/>
            </a:lvl7pPr>
            <a:lvl8pPr marL="12241530" indent="0">
              <a:buNone/>
              <a:defRPr sz="3400"/>
            </a:lvl8pPr>
            <a:lvl9pPr marL="13990320" indent="0">
              <a:buNone/>
              <a:defRPr sz="3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2EE88-468A-48F5-896A-B4CE8ACA2C11}" type="datetimeFigureOut">
              <a:rPr lang="es-CO" smtClean="0"/>
              <a:t>15/05/2026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69A6C-8983-4CE5-98F7-B967F05418B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902373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939994" y="25203153"/>
            <a:ext cx="15121890" cy="2975376"/>
          </a:xfrm>
        </p:spPr>
        <p:txBody>
          <a:bodyPr anchor="b"/>
          <a:lstStyle>
            <a:lvl1pPr algn="l">
              <a:defRPr sz="7700" b="1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4939994" y="3217067"/>
            <a:ext cx="15121890" cy="21602700"/>
          </a:xfrm>
        </p:spPr>
        <p:txBody>
          <a:bodyPr/>
          <a:lstStyle>
            <a:lvl1pPr marL="0" indent="0">
              <a:buNone/>
              <a:defRPr sz="12200"/>
            </a:lvl1pPr>
            <a:lvl2pPr marL="1748790" indent="0">
              <a:buNone/>
              <a:defRPr sz="10700"/>
            </a:lvl2pPr>
            <a:lvl3pPr marL="3497580" indent="0">
              <a:buNone/>
              <a:defRPr sz="9200"/>
            </a:lvl3pPr>
            <a:lvl4pPr marL="5246370" indent="0">
              <a:buNone/>
              <a:defRPr sz="7700"/>
            </a:lvl4pPr>
            <a:lvl5pPr marL="6995160" indent="0">
              <a:buNone/>
              <a:defRPr sz="7700"/>
            </a:lvl5pPr>
            <a:lvl6pPr marL="8743950" indent="0">
              <a:buNone/>
              <a:defRPr sz="7700"/>
            </a:lvl6pPr>
            <a:lvl7pPr marL="10492740" indent="0">
              <a:buNone/>
              <a:defRPr sz="7700"/>
            </a:lvl7pPr>
            <a:lvl8pPr marL="12241530" indent="0">
              <a:buNone/>
              <a:defRPr sz="7700"/>
            </a:lvl8pPr>
            <a:lvl9pPr marL="13990320" indent="0">
              <a:buNone/>
              <a:defRPr sz="7700"/>
            </a:lvl9pPr>
          </a:lstStyle>
          <a:p>
            <a:r>
              <a:rPr lang="en-US"/>
              <a:t>Drag picture to placeholder or click icon to add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939994" y="28178529"/>
            <a:ext cx="15121890" cy="4225524"/>
          </a:xfrm>
        </p:spPr>
        <p:txBody>
          <a:bodyPr/>
          <a:lstStyle>
            <a:lvl1pPr marL="0" indent="0">
              <a:buNone/>
              <a:defRPr sz="5400"/>
            </a:lvl1pPr>
            <a:lvl2pPr marL="1748790" indent="0">
              <a:buNone/>
              <a:defRPr sz="4600"/>
            </a:lvl2pPr>
            <a:lvl3pPr marL="3497580" indent="0">
              <a:buNone/>
              <a:defRPr sz="3800"/>
            </a:lvl3pPr>
            <a:lvl4pPr marL="5246370" indent="0">
              <a:buNone/>
              <a:defRPr sz="3400"/>
            </a:lvl4pPr>
            <a:lvl5pPr marL="6995160" indent="0">
              <a:buNone/>
              <a:defRPr sz="3400"/>
            </a:lvl5pPr>
            <a:lvl6pPr marL="8743950" indent="0">
              <a:buNone/>
              <a:defRPr sz="3400"/>
            </a:lvl6pPr>
            <a:lvl7pPr marL="10492740" indent="0">
              <a:buNone/>
              <a:defRPr sz="3400"/>
            </a:lvl7pPr>
            <a:lvl8pPr marL="12241530" indent="0">
              <a:buNone/>
              <a:defRPr sz="3400"/>
            </a:lvl8pPr>
            <a:lvl9pPr marL="13990320" indent="0">
              <a:buNone/>
              <a:defRPr sz="3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2EE88-468A-48F5-896A-B4CE8ACA2C11}" type="datetimeFigureOut">
              <a:rPr lang="es-CO" smtClean="0"/>
              <a:t>15/05/2026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69A6C-8983-4CE5-98F7-B967F05418B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203318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2EE88-468A-48F5-896A-B4CE8ACA2C11}" type="datetimeFigureOut">
              <a:rPr lang="es-CO" smtClean="0"/>
              <a:t>15/05/2026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69A6C-8983-4CE5-98F7-B967F05418B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728430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18272286" y="1441856"/>
            <a:ext cx="5670709" cy="307205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1260157" y="1441856"/>
            <a:ext cx="16592074" cy="307205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2EE88-468A-48F5-896A-B4CE8ACA2C11}" type="datetimeFigureOut">
              <a:rPr lang="es-CO" smtClean="0"/>
              <a:t>15/05/2026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69A6C-8983-4CE5-98F7-B967F05418B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9238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1260158" y="1441852"/>
            <a:ext cx="22682835" cy="6000750"/>
          </a:xfrm>
          <a:prstGeom prst="rect">
            <a:avLst/>
          </a:prstGeom>
        </p:spPr>
        <p:txBody>
          <a:bodyPr vert="horz" lIns="349758" tIns="174879" rIns="349758" bIns="174879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260158" y="8401058"/>
            <a:ext cx="22682835" cy="23761304"/>
          </a:xfrm>
          <a:prstGeom prst="rect">
            <a:avLst/>
          </a:prstGeom>
        </p:spPr>
        <p:txBody>
          <a:bodyPr vert="horz" lIns="349758" tIns="174879" rIns="349758" bIns="174879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1260158" y="33370843"/>
            <a:ext cx="5880735" cy="1916906"/>
          </a:xfrm>
          <a:prstGeom prst="rect">
            <a:avLst/>
          </a:prstGeom>
        </p:spPr>
        <p:txBody>
          <a:bodyPr vert="horz" lIns="349758" tIns="174879" rIns="349758" bIns="174879" rtlCol="0" anchor="ctr"/>
          <a:lstStyle>
            <a:lvl1pPr algn="l">
              <a:defRPr sz="4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02EE88-468A-48F5-896A-B4CE8ACA2C11}" type="datetimeFigureOut">
              <a:rPr lang="es-CO" smtClean="0"/>
              <a:t>15/05/2026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8611076" y="33370843"/>
            <a:ext cx="7980998" cy="1916906"/>
          </a:xfrm>
          <a:prstGeom prst="rect">
            <a:avLst/>
          </a:prstGeom>
        </p:spPr>
        <p:txBody>
          <a:bodyPr vert="horz" lIns="349758" tIns="174879" rIns="349758" bIns="174879" rtlCol="0" anchor="ctr"/>
          <a:lstStyle>
            <a:lvl1pPr algn="ctr">
              <a:defRPr sz="4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18062258" y="33370843"/>
            <a:ext cx="5880735" cy="1916906"/>
          </a:xfrm>
          <a:prstGeom prst="rect">
            <a:avLst/>
          </a:prstGeom>
        </p:spPr>
        <p:txBody>
          <a:bodyPr vert="horz" lIns="349758" tIns="174879" rIns="349758" bIns="174879" rtlCol="0" anchor="ctr"/>
          <a:lstStyle>
            <a:lvl1pPr algn="r">
              <a:defRPr sz="4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869A6C-8983-4CE5-98F7-B967F05418B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82192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68" r:id="rId16"/>
    <p:sldLayoutId id="2147483656" r:id="rId17"/>
    <p:sldLayoutId id="2147483657" r:id="rId18"/>
    <p:sldLayoutId id="2147483658" r:id="rId19"/>
    <p:sldLayoutId id="2147483659" r:id="rId20"/>
  </p:sldLayoutIdLst>
  <p:txStyles>
    <p:titleStyle>
      <a:lvl1pPr algn="ctr" defTabSz="3497580" rtl="0" eaLnBrk="1" latinLnBrk="0" hangingPunct="1">
        <a:spcBef>
          <a:spcPct val="0"/>
        </a:spcBef>
        <a:buNone/>
        <a:defRPr sz="16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11593" indent="-1311593" algn="l" defTabSz="3497580" rtl="0" eaLnBrk="1" latinLnBrk="0" hangingPunct="1">
        <a:spcBef>
          <a:spcPct val="20000"/>
        </a:spcBef>
        <a:buFont typeface="Arial" panose="020B0604020202020204" pitchFamily="34" charset="0"/>
        <a:buChar char="•"/>
        <a:defRPr sz="12200" kern="1200">
          <a:solidFill>
            <a:schemeClr val="tx1"/>
          </a:solidFill>
          <a:latin typeface="+mn-lt"/>
          <a:ea typeface="+mn-ea"/>
          <a:cs typeface="+mn-cs"/>
        </a:defRPr>
      </a:lvl1pPr>
      <a:lvl2pPr marL="2841784" indent="-1092994" algn="l" defTabSz="3497580" rtl="0" eaLnBrk="1" latinLnBrk="0" hangingPunct="1">
        <a:spcBef>
          <a:spcPct val="20000"/>
        </a:spcBef>
        <a:buFont typeface="Arial" panose="020B0604020202020204" pitchFamily="34" charset="0"/>
        <a:buChar char="–"/>
        <a:defRPr sz="10700" kern="1200">
          <a:solidFill>
            <a:schemeClr val="tx1"/>
          </a:solidFill>
          <a:latin typeface="+mn-lt"/>
          <a:ea typeface="+mn-ea"/>
          <a:cs typeface="+mn-cs"/>
        </a:defRPr>
      </a:lvl2pPr>
      <a:lvl3pPr marL="4371975" indent="-874395" algn="l" defTabSz="3497580" rtl="0" eaLnBrk="1" latinLnBrk="0" hangingPunct="1">
        <a:spcBef>
          <a:spcPct val="20000"/>
        </a:spcBef>
        <a:buFont typeface="Arial" panose="020B0604020202020204" pitchFamily="34" charset="0"/>
        <a:buChar char="•"/>
        <a:defRPr sz="9200" kern="1200">
          <a:solidFill>
            <a:schemeClr val="tx1"/>
          </a:solidFill>
          <a:latin typeface="+mn-lt"/>
          <a:ea typeface="+mn-ea"/>
          <a:cs typeface="+mn-cs"/>
        </a:defRPr>
      </a:lvl3pPr>
      <a:lvl4pPr marL="6120765" indent="-874395" algn="l" defTabSz="3497580" rtl="0" eaLnBrk="1" latinLnBrk="0" hangingPunct="1">
        <a:spcBef>
          <a:spcPct val="20000"/>
        </a:spcBef>
        <a:buFont typeface="Arial" panose="020B0604020202020204" pitchFamily="34" charset="0"/>
        <a:buChar char="–"/>
        <a:defRPr sz="7700" kern="1200">
          <a:solidFill>
            <a:schemeClr val="tx1"/>
          </a:solidFill>
          <a:latin typeface="+mn-lt"/>
          <a:ea typeface="+mn-ea"/>
          <a:cs typeface="+mn-cs"/>
        </a:defRPr>
      </a:lvl4pPr>
      <a:lvl5pPr marL="7869555" indent="-874395" algn="l" defTabSz="3497580" rtl="0" eaLnBrk="1" latinLnBrk="0" hangingPunct="1">
        <a:spcBef>
          <a:spcPct val="20000"/>
        </a:spcBef>
        <a:buFont typeface="Arial" panose="020B0604020202020204" pitchFamily="34" charset="0"/>
        <a:buChar char="»"/>
        <a:defRPr sz="7700" kern="1200">
          <a:solidFill>
            <a:schemeClr val="tx1"/>
          </a:solidFill>
          <a:latin typeface="+mn-lt"/>
          <a:ea typeface="+mn-ea"/>
          <a:cs typeface="+mn-cs"/>
        </a:defRPr>
      </a:lvl5pPr>
      <a:lvl6pPr marL="9618345" indent="-874395" algn="l" defTabSz="3497580" rtl="0" eaLnBrk="1" latinLnBrk="0" hangingPunct="1">
        <a:spcBef>
          <a:spcPct val="20000"/>
        </a:spcBef>
        <a:buFont typeface="Arial" panose="020B0604020202020204" pitchFamily="34" charset="0"/>
        <a:buChar char="•"/>
        <a:defRPr sz="7700" kern="1200">
          <a:solidFill>
            <a:schemeClr val="tx1"/>
          </a:solidFill>
          <a:latin typeface="+mn-lt"/>
          <a:ea typeface="+mn-ea"/>
          <a:cs typeface="+mn-cs"/>
        </a:defRPr>
      </a:lvl6pPr>
      <a:lvl7pPr marL="11367135" indent="-874395" algn="l" defTabSz="3497580" rtl="0" eaLnBrk="1" latinLnBrk="0" hangingPunct="1">
        <a:spcBef>
          <a:spcPct val="20000"/>
        </a:spcBef>
        <a:buFont typeface="Arial" panose="020B0604020202020204" pitchFamily="34" charset="0"/>
        <a:buChar char="•"/>
        <a:defRPr sz="7700" kern="1200">
          <a:solidFill>
            <a:schemeClr val="tx1"/>
          </a:solidFill>
          <a:latin typeface="+mn-lt"/>
          <a:ea typeface="+mn-ea"/>
          <a:cs typeface="+mn-cs"/>
        </a:defRPr>
      </a:lvl7pPr>
      <a:lvl8pPr marL="13115925" indent="-874395" algn="l" defTabSz="3497580" rtl="0" eaLnBrk="1" latinLnBrk="0" hangingPunct="1">
        <a:spcBef>
          <a:spcPct val="20000"/>
        </a:spcBef>
        <a:buFont typeface="Arial" panose="020B0604020202020204" pitchFamily="34" charset="0"/>
        <a:buChar char="•"/>
        <a:defRPr sz="7700" kern="1200">
          <a:solidFill>
            <a:schemeClr val="tx1"/>
          </a:solidFill>
          <a:latin typeface="+mn-lt"/>
          <a:ea typeface="+mn-ea"/>
          <a:cs typeface="+mn-cs"/>
        </a:defRPr>
      </a:lvl8pPr>
      <a:lvl9pPr marL="14864715" indent="-874395" algn="l" defTabSz="3497580" rtl="0" eaLnBrk="1" latinLnBrk="0" hangingPunct="1">
        <a:spcBef>
          <a:spcPct val="20000"/>
        </a:spcBef>
        <a:buFont typeface="Arial" panose="020B0604020202020204" pitchFamily="34" charset="0"/>
        <a:buChar char="•"/>
        <a:defRPr sz="7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3497580" rtl="0" eaLnBrk="1" latinLnBrk="0" hangingPunct="1">
        <a:defRPr sz="6900" kern="1200">
          <a:solidFill>
            <a:schemeClr val="tx1"/>
          </a:solidFill>
          <a:latin typeface="+mn-lt"/>
          <a:ea typeface="+mn-ea"/>
          <a:cs typeface="+mn-cs"/>
        </a:defRPr>
      </a:lvl1pPr>
      <a:lvl2pPr marL="1748790" algn="l" defTabSz="3497580" rtl="0" eaLnBrk="1" latinLnBrk="0" hangingPunct="1">
        <a:defRPr sz="6900" kern="1200">
          <a:solidFill>
            <a:schemeClr val="tx1"/>
          </a:solidFill>
          <a:latin typeface="+mn-lt"/>
          <a:ea typeface="+mn-ea"/>
          <a:cs typeface="+mn-cs"/>
        </a:defRPr>
      </a:lvl2pPr>
      <a:lvl3pPr marL="3497580" algn="l" defTabSz="3497580" rtl="0" eaLnBrk="1" latinLnBrk="0" hangingPunct="1">
        <a:defRPr sz="6900" kern="1200">
          <a:solidFill>
            <a:schemeClr val="tx1"/>
          </a:solidFill>
          <a:latin typeface="+mn-lt"/>
          <a:ea typeface="+mn-ea"/>
          <a:cs typeface="+mn-cs"/>
        </a:defRPr>
      </a:lvl3pPr>
      <a:lvl4pPr marL="5246370" algn="l" defTabSz="3497580" rtl="0" eaLnBrk="1" latinLnBrk="0" hangingPunct="1">
        <a:defRPr sz="6900" kern="1200">
          <a:solidFill>
            <a:schemeClr val="tx1"/>
          </a:solidFill>
          <a:latin typeface="+mn-lt"/>
          <a:ea typeface="+mn-ea"/>
          <a:cs typeface="+mn-cs"/>
        </a:defRPr>
      </a:lvl4pPr>
      <a:lvl5pPr marL="6995160" algn="l" defTabSz="3497580" rtl="0" eaLnBrk="1" latinLnBrk="0" hangingPunct="1">
        <a:defRPr sz="6900" kern="1200">
          <a:solidFill>
            <a:schemeClr val="tx1"/>
          </a:solidFill>
          <a:latin typeface="+mn-lt"/>
          <a:ea typeface="+mn-ea"/>
          <a:cs typeface="+mn-cs"/>
        </a:defRPr>
      </a:lvl5pPr>
      <a:lvl6pPr marL="8743950" algn="l" defTabSz="3497580" rtl="0" eaLnBrk="1" latinLnBrk="0" hangingPunct="1">
        <a:defRPr sz="6900" kern="1200">
          <a:solidFill>
            <a:schemeClr val="tx1"/>
          </a:solidFill>
          <a:latin typeface="+mn-lt"/>
          <a:ea typeface="+mn-ea"/>
          <a:cs typeface="+mn-cs"/>
        </a:defRPr>
      </a:lvl6pPr>
      <a:lvl7pPr marL="10492740" algn="l" defTabSz="3497580" rtl="0" eaLnBrk="1" latinLnBrk="0" hangingPunct="1">
        <a:defRPr sz="6900" kern="1200">
          <a:solidFill>
            <a:schemeClr val="tx1"/>
          </a:solidFill>
          <a:latin typeface="+mn-lt"/>
          <a:ea typeface="+mn-ea"/>
          <a:cs typeface="+mn-cs"/>
        </a:defRPr>
      </a:lvl7pPr>
      <a:lvl8pPr marL="12241530" algn="l" defTabSz="3497580" rtl="0" eaLnBrk="1" latinLnBrk="0" hangingPunct="1">
        <a:defRPr sz="6900" kern="1200">
          <a:solidFill>
            <a:schemeClr val="tx1"/>
          </a:solidFill>
          <a:latin typeface="+mn-lt"/>
          <a:ea typeface="+mn-ea"/>
          <a:cs typeface="+mn-cs"/>
        </a:defRPr>
      </a:lvl8pPr>
      <a:lvl9pPr marL="13990320" algn="l" defTabSz="3497580" rtl="0" eaLnBrk="1" latinLnBrk="0" hangingPunct="1">
        <a:defRPr sz="6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.png"/><Relationship Id="rId4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n 24">
            <a:extLst>
              <a:ext uri="{FF2B5EF4-FFF2-40B4-BE49-F238E27FC236}">
                <a16:creationId xmlns:a16="http://schemas.microsoft.com/office/drawing/2014/main" id="{4CDA58E3-C53D-661B-F020-915F272252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606"/>
          <a:stretch>
            <a:fillRect/>
          </a:stretch>
        </p:blipFill>
        <p:spPr>
          <a:xfrm>
            <a:off x="18993489" y="12878577"/>
            <a:ext cx="5986966" cy="2957226"/>
          </a:xfrm>
          <a:prstGeom prst="rect">
            <a:avLst/>
          </a:prstGeom>
        </p:spPr>
      </p:pic>
      <p:pic>
        <p:nvPicPr>
          <p:cNvPr id="22" name="Picture 21" descr="hfl_v7_bidirectional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272" y="25491082"/>
            <a:ext cx="11002797" cy="9321508"/>
          </a:xfrm>
          <a:prstGeom prst="rect">
            <a:avLst/>
          </a:prstGeom>
        </p:spPr>
      </p:pic>
      <p:pic>
        <p:nvPicPr>
          <p:cNvPr id="23" name="Picture 22" descr="global_accuracy_lo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70201" y="16850597"/>
            <a:ext cx="12587564" cy="4964185"/>
          </a:xfrm>
          <a:prstGeom prst="rect">
            <a:avLst/>
          </a:prstGeom>
        </p:spPr>
      </p:pic>
      <p:sp>
        <p:nvSpPr>
          <p:cNvPr id="2" name="1 Titulo"/>
          <p:cNvSpPr>
            <a:spLocks noGrp="1"/>
          </p:cNvSpPr>
          <p:nvPr>
            <p:ph type="title"/>
          </p:nvPr>
        </p:nvSpPr>
        <p:spPr>
          <a:xfrm>
            <a:off x="339914" y="3600650"/>
            <a:ext cx="24482720" cy="1440000"/>
          </a:xfrm>
        </p:spPr>
        <p:txBody>
          <a:bodyPr>
            <a:noAutofit/>
          </a:bodyPr>
          <a:lstStyle/>
          <a:p>
            <a:r>
              <a:rPr lang="es-CO" sz="4000" b="1" dirty="0"/>
              <a:t>Sistema de deteccion de intrusiones para redes IoT mediante TinyML, aprendizaje federado jerarquico y cifrado ligero ASCON-128 en una arquitectura Edge-Fog-Cloud</a:t>
            </a:r>
            <a:endParaRPr lang="es-CO" sz="4000" dirty="0"/>
          </a:p>
        </p:txBody>
      </p:sp>
      <p:sp>
        <p:nvSpPr>
          <p:cNvPr id="3" name="2 Header Resumen"/>
          <p:cNvSpPr>
            <a:spLocks noGrp="1"/>
          </p:cNvSpPr>
          <p:nvPr>
            <p:ph type="body" sz="quarter" idx="13"/>
          </p:nvPr>
        </p:nvSpPr>
        <p:spPr>
          <a:xfrm>
            <a:off x="585765" y="5760890"/>
            <a:ext cx="24050672" cy="941528"/>
          </a:xfrm>
        </p:spPr>
        <p:txBody>
          <a:bodyPr/>
          <a:lstStyle/>
          <a:p>
            <a:r>
              <a:rPr lang="es-CO" b="1" dirty="0"/>
              <a:t>Resumen</a:t>
            </a:r>
            <a:endParaRPr lang="es-CO" dirty="0"/>
          </a:p>
        </p:txBody>
      </p:sp>
      <p:sp>
        <p:nvSpPr>
          <p:cNvPr id="5" name="4 Header Introduccion"/>
          <p:cNvSpPr>
            <a:spLocks noGrp="1"/>
          </p:cNvSpPr>
          <p:nvPr>
            <p:ph type="body" sz="quarter" idx="15"/>
          </p:nvPr>
        </p:nvSpPr>
        <p:spPr>
          <a:xfrm>
            <a:off x="697127" y="9746726"/>
            <a:ext cx="11520000" cy="1054724"/>
          </a:xfrm>
        </p:spPr>
        <p:txBody>
          <a:bodyPr/>
          <a:lstStyle/>
          <a:p>
            <a:r>
              <a:rPr lang="es-CO" b="1" dirty="0"/>
              <a:t>Introducción</a:t>
            </a:r>
            <a:endParaRPr lang="es-CO" dirty="0"/>
          </a:p>
        </p:txBody>
      </p:sp>
      <p:sp>
        <p:nvSpPr>
          <p:cNvPr id="6" name="5 Header Objetivos"/>
          <p:cNvSpPr>
            <a:spLocks noGrp="1"/>
          </p:cNvSpPr>
          <p:nvPr>
            <p:ph type="body" sz="quarter" idx="16"/>
          </p:nvPr>
        </p:nvSpPr>
        <p:spPr>
          <a:xfrm>
            <a:off x="710744" y="15914018"/>
            <a:ext cx="11520000" cy="986431"/>
          </a:xfrm>
        </p:spPr>
        <p:txBody>
          <a:bodyPr>
            <a:normAutofit fontScale="92500" lnSpcReduction="10000"/>
          </a:bodyPr>
          <a:lstStyle/>
          <a:p>
            <a:r>
              <a:rPr lang="es-CO" b="1" dirty="0"/>
              <a:t>Objetivos</a:t>
            </a:r>
            <a:endParaRPr lang="es-CO" dirty="0"/>
          </a:p>
        </p:txBody>
      </p:sp>
      <p:sp>
        <p:nvSpPr>
          <p:cNvPr id="7" name="6 Header Metodologia"/>
          <p:cNvSpPr>
            <a:spLocks noGrp="1"/>
          </p:cNvSpPr>
          <p:nvPr>
            <p:ph type="body" sz="quarter" idx="17"/>
          </p:nvPr>
        </p:nvSpPr>
        <p:spPr>
          <a:xfrm>
            <a:off x="731101" y="22538754"/>
            <a:ext cx="11520000" cy="1008112"/>
          </a:xfrm>
        </p:spPr>
        <p:txBody>
          <a:bodyPr>
            <a:normAutofit fontScale="92500" lnSpcReduction="20000"/>
          </a:bodyPr>
          <a:lstStyle/>
          <a:p>
            <a:r>
              <a:rPr lang="es-CO" sz="5400" b="1" dirty="0"/>
              <a:t>Protocolo de Comunicación</a:t>
            </a:r>
            <a:endParaRPr lang="es-CO" dirty="0"/>
          </a:p>
          <a:p>
            <a:endParaRPr lang="es-CO" dirty="0"/>
          </a:p>
        </p:txBody>
      </p:sp>
      <p:sp>
        <p:nvSpPr>
          <p:cNvPr id="8" name="7 Header Diseno"/>
          <p:cNvSpPr>
            <a:spLocks noGrp="1"/>
          </p:cNvSpPr>
          <p:nvPr>
            <p:ph type="body" sz="quarter" idx="18"/>
          </p:nvPr>
        </p:nvSpPr>
        <p:spPr>
          <a:xfrm>
            <a:off x="13261229" y="9721330"/>
            <a:ext cx="11520000" cy="1054725"/>
          </a:xfrm>
        </p:spPr>
        <p:txBody>
          <a:bodyPr>
            <a:normAutofit/>
          </a:bodyPr>
          <a:lstStyle/>
          <a:p>
            <a:r>
              <a:rPr lang="es-CO" sz="4400" b="1" dirty="0"/>
              <a:t>Arquitectura del Sistema</a:t>
            </a:r>
          </a:p>
          <a:p>
            <a:endParaRPr lang="es-CO" sz="4800" dirty="0"/>
          </a:p>
        </p:txBody>
      </p:sp>
      <p:sp>
        <p:nvSpPr>
          <p:cNvPr id="9" name="8 Header Resultados"/>
          <p:cNvSpPr>
            <a:spLocks noGrp="1"/>
          </p:cNvSpPr>
          <p:nvPr>
            <p:ph type="body" sz="quarter" idx="19"/>
          </p:nvPr>
        </p:nvSpPr>
        <p:spPr>
          <a:xfrm>
            <a:off x="13233489" y="15915560"/>
            <a:ext cx="11520000" cy="919074"/>
          </a:xfrm>
        </p:spPr>
        <p:txBody>
          <a:bodyPr>
            <a:normAutofit fontScale="92500" lnSpcReduction="20000"/>
          </a:bodyPr>
          <a:lstStyle/>
          <a:p>
            <a:r>
              <a:rPr lang="es-CO" sz="4800" b="1" dirty="0"/>
              <a:t>Resultados</a:t>
            </a:r>
            <a:endParaRPr lang="es-CO" sz="4800" dirty="0"/>
          </a:p>
        </p:txBody>
      </p:sp>
      <p:sp>
        <p:nvSpPr>
          <p:cNvPr id="10" name="9 Header Conclusiones"/>
          <p:cNvSpPr>
            <a:spLocks noGrp="1"/>
          </p:cNvSpPr>
          <p:nvPr>
            <p:ph type="body" sz="quarter" idx="20"/>
          </p:nvPr>
        </p:nvSpPr>
        <p:spPr>
          <a:xfrm>
            <a:off x="13150796" y="25334978"/>
            <a:ext cx="11810480" cy="983762"/>
          </a:xfrm>
        </p:spPr>
        <p:txBody>
          <a:bodyPr>
            <a:normAutofit fontScale="92500" lnSpcReduction="10000"/>
          </a:bodyPr>
          <a:lstStyle/>
          <a:p>
            <a:r>
              <a:rPr lang="es-CO" b="1" dirty="0"/>
              <a:t>Conclusiones</a:t>
            </a:r>
            <a:endParaRPr lang="es-CO" dirty="0"/>
          </a:p>
        </p:txBody>
      </p:sp>
      <p:sp>
        <p:nvSpPr>
          <p:cNvPr id="11" name="10 Programa"/>
          <p:cNvSpPr>
            <a:spLocks noGrp="1"/>
          </p:cNvSpPr>
          <p:nvPr>
            <p:ph type="body" sz="quarter" idx="30"/>
          </p:nvPr>
        </p:nvSpPr>
        <p:spPr>
          <a:xfrm>
            <a:off x="-27187" y="2497094"/>
            <a:ext cx="13420850" cy="1223869"/>
          </a:xfrm>
        </p:spPr>
        <p:txBody>
          <a:bodyPr/>
          <a:lstStyle/>
          <a:p>
            <a:r>
              <a:rPr lang="es-CO" dirty="0"/>
              <a:t>COMIT – Seguridad y Sistemas Distribuidos / Maestria en Ingenieria de Sistemas y Computacion</a:t>
            </a:r>
          </a:p>
        </p:txBody>
      </p:sp>
      <p:sp>
        <p:nvSpPr>
          <p:cNvPr id="12" name="11 Integrantes"/>
          <p:cNvSpPr>
            <a:spLocks noGrp="1"/>
          </p:cNvSpPr>
          <p:nvPr>
            <p:ph type="body" sz="quarter" idx="31"/>
          </p:nvPr>
        </p:nvSpPr>
        <p:spPr>
          <a:xfrm>
            <a:off x="731101" y="4680770"/>
            <a:ext cx="23760000" cy="720000"/>
          </a:xfrm>
        </p:spPr>
        <p:txBody>
          <a:bodyPr/>
          <a:lstStyle/>
          <a:p>
            <a:r>
              <a:rPr lang="es-CO" dirty="0"/>
              <a:t>Santiago Alejandro Jaimes Puerto, Nicolas Casas Ibarra</a:t>
            </a:r>
          </a:p>
        </p:txBody>
      </p:sp>
      <p:sp>
        <p:nvSpPr>
          <p:cNvPr id="13" name="12 Correos"/>
          <p:cNvSpPr>
            <a:spLocks noGrp="1"/>
          </p:cNvSpPr>
          <p:nvPr>
            <p:ph type="body" sz="quarter" idx="32"/>
          </p:nvPr>
        </p:nvSpPr>
        <p:spPr>
          <a:xfrm>
            <a:off x="731101" y="5184906"/>
            <a:ext cx="23760000" cy="720000"/>
          </a:xfrm>
        </p:spPr>
        <p:txBody>
          <a:bodyPr/>
          <a:lstStyle/>
          <a:p>
            <a:r>
              <a:rPr lang="es-CO" dirty="0"/>
              <a:t>sa.jaimesp@uniandes.edu.co, n.casasi@uniandes.edu.co</a:t>
            </a:r>
          </a:p>
        </p:txBody>
      </p:sp>
      <p:sp>
        <p:nvSpPr>
          <p:cNvPr id="14" name="13 Asesor"/>
          <p:cNvSpPr>
            <a:spLocks noGrp="1"/>
          </p:cNvSpPr>
          <p:nvPr>
            <p:ph type="body" sz="quarter" idx="33"/>
          </p:nvPr>
        </p:nvSpPr>
        <p:spPr>
          <a:xfrm>
            <a:off x="13393663" y="2448387"/>
            <a:ext cx="11852351" cy="1249009"/>
          </a:xfrm>
        </p:spPr>
        <p:txBody>
          <a:bodyPr/>
          <a:lstStyle/>
          <a:p>
            <a:r>
              <a:rPr lang="es-CO" dirty="0"/>
              <a:t>Asesor: Prof. Carlos Andres Lozano Garzon, PhD  (calozanog@uniandes.edu.co)</a:t>
            </a:r>
          </a:p>
        </p:txBody>
      </p:sp>
      <p:sp>
        <p:nvSpPr>
          <p:cNvPr id="15" name="14 Introduccion contenido"/>
          <p:cNvSpPr>
            <a:spLocks noGrp="1"/>
          </p:cNvSpPr>
          <p:nvPr>
            <p:ph sz="quarter" idx="34"/>
          </p:nvPr>
        </p:nvSpPr>
        <p:spPr>
          <a:xfrm>
            <a:off x="292582" y="10729282"/>
            <a:ext cx="12741041" cy="5478645"/>
          </a:xfrm>
        </p:spPr>
        <p:txBody>
          <a:bodyPr>
            <a:noAutofit/>
          </a:bodyPr>
          <a:lstStyle/>
          <a:p>
            <a:r>
              <a:rPr lang="es-MX" sz="2500" dirty="0">
                <a:cs typeface="Arial" panose="020B0604020202020204" pitchFamily="34" charset="0"/>
              </a:rPr>
              <a:t>El despliegue masivo de redes </a:t>
            </a:r>
            <a:r>
              <a:rPr lang="es-MX" sz="2500" dirty="0" err="1">
                <a:cs typeface="Arial" panose="020B0604020202020204" pitchFamily="34" charset="0"/>
              </a:rPr>
              <a:t>IoT</a:t>
            </a:r>
            <a:r>
              <a:rPr lang="es-MX" sz="2500" dirty="0">
                <a:cs typeface="Arial" panose="020B0604020202020204" pitchFamily="34" charset="0"/>
              </a:rPr>
              <a:t>/MQTT incrementa la superficie de ataque, mientras que los IDS tradicionales asumen servidores potentes, datos centralizados y comunicaciones sin cifrar, supuestos incompatibles con sistemas </a:t>
            </a:r>
            <a:r>
              <a:rPr lang="es-MX" sz="2500" dirty="0" err="1">
                <a:cs typeface="Arial" panose="020B0604020202020204" pitchFamily="34" charset="0"/>
              </a:rPr>
              <a:t>IoT</a:t>
            </a:r>
            <a:r>
              <a:rPr lang="es-MX" sz="2500" dirty="0">
                <a:cs typeface="Arial" panose="020B0604020202020204" pitchFamily="34" charset="0"/>
              </a:rPr>
              <a:t> basados en dispositivos de recursos limitados. Además, modelos de alta precisión como Random Forest y SVM-RBF superan el 99% de </a:t>
            </a:r>
            <a:r>
              <a:rPr lang="es-MX" sz="2500" dirty="0" err="1">
                <a:cs typeface="Arial" panose="020B0604020202020204" pitchFamily="34" charset="0"/>
              </a:rPr>
              <a:t>accuracy</a:t>
            </a:r>
            <a:r>
              <a:rPr lang="es-MX" sz="2500" dirty="0">
                <a:cs typeface="Arial" panose="020B0604020202020204" pitchFamily="34" charset="0"/>
              </a:rPr>
              <a:t>, pero requieren grandes cantidades de memoria, lo que dificulta su ejecución en este tipo de dispositivos. Asimismo, centralizar el tráfico incrementa los costos y compromete la privacidad, mientras que los modelos federados suelen transmitir los pesos sin mecanismos de protección adecuados o mediante esquemas criptográficos vulnerables. Como respuesta, este trabajo propone una arquitectura jerárquica Edge–Fog–Cloud que integra </a:t>
            </a:r>
            <a:r>
              <a:rPr lang="es-MX" sz="2500" dirty="0" err="1">
                <a:cs typeface="Arial" panose="020B0604020202020204" pitchFamily="34" charset="0"/>
              </a:rPr>
              <a:t>TinyML</a:t>
            </a:r>
            <a:r>
              <a:rPr lang="es-MX" sz="2500" dirty="0">
                <a:cs typeface="Arial" panose="020B0604020202020204" pitchFamily="34" charset="0"/>
              </a:rPr>
              <a:t> para inferencia local, aprendizaje federado bidireccional para entrenamiento distribuido sin compartir datos crudos y ASCON-128, estándar NIST 2023 de criptografía ligera, para garantizar la confidencialidad e integridad de los canales MQTT/HTTP.</a:t>
            </a:r>
          </a:p>
        </p:txBody>
      </p:sp>
      <p:sp>
        <p:nvSpPr>
          <p:cNvPr id="16" name="15 Objetivos contenido"/>
          <p:cNvSpPr>
            <a:spLocks noGrp="1"/>
          </p:cNvSpPr>
          <p:nvPr>
            <p:ph sz="quarter" idx="35"/>
          </p:nvPr>
        </p:nvSpPr>
        <p:spPr>
          <a:xfrm>
            <a:off x="339914" y="16850122"/>
            <a:ext cx="12247651" cy="6054549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s-MX" sz="5500" b="1" dirty="0"/>
              <a:t>Objetivo </a:t>
            </a:r>
            <a:r>
              <a:rPr sz="5500" b="1" dirty="0"/>
              <a:t>General: </a:t>
            </a:r>
            <a:r>
              <a:rPr lang="es-MX" sz="5100" dirty="0"/>
              <a:t>Validar que la detección de intrusiones en el borde de redes </a:t>
            </a:r>
            <a:r>
              <a:rPr lang="es-MX" sz="5100" dirty="0" err="1"/>
              <a:t>IoT</a:t>
            </a:r>
            <a:r>
              <a:rPr lang="es-MX" sz="5100" dirty="0"/>
              <a:t> puede ser simultáneamente precisa, privada y segura, mediante una arquitectura jerárquica Edge–Fog–Cloud que integra inferencia </a:t>
            </a:r>
            <a:r>
              <a:rPr lang="es-MX" sz="5100" dirty="0" err="1"/>
              <a:t>TinyML</a:t>
            </a:r>
            <a:r>
              <a:rPr lang="es-MX" sz="5100" dirty="0"/>
              <a:t>, aprendizaje federado y criptografía ligera estandarizada como ASCON 128. </a:t>
            </a:r>
          </a:p>
          <a:p>
            <a:pPr marL="0" indent="0">
              <a:buNone/>
            </a:pPr>
            <a:r>
              <a:rPr lang="es-MX" sz="5100" b="1" dirty="0"/>
              <a:t>Objetivos </a:t>
            </a:r>
            <a:r>
              <a:rPr sz="5100" b="1" dirty="0" err="1"/>
              <a:t>Especificos</a:t>
            </a:r>
            <a:r>
              <a:rPr sz="5100" b="1" dirty="0"/>
              <a:t>:</a:t>
            </a:r>
          </a:p>
          <a:p>
            <a:r>
              <a:rPr lang="es-MX" sz="5100" b="1" dirty="0"/>
              <a:t>Construir el pipeline de datos</a:t>
            </a:r>
            <a:r>
              <a:rPr lang="es-MX" sz="5100" dirty="0"/>
              <a:t> para captura, normalización y extracción de </a:t>
            </a:r>
            <a:r>
              <a:rPr lang="es-MX" sz="5100" dirty="0" err="1"/>
              <a:t>features</a:t>
            </a:r>
            <a:r>
              <a:rPr lang="es-MX" sz="5100" dirty="0"/>
              <a:t> de tráfico </a:t>
            </a:r>
            <a:r>
              <a:rPr lang="es-MX" sz="5100" dirty="0" err="1"/>
              <a:t>IoT</a:t>
            </a:r>
            <a:r>
              <a:rPr lang="es-MX" sz="5100" dirty="0"/>
              <a:t>/MQTT, seleccionando </a:t>
            </a:r>
            <a:r>
              <a:rPr lang="es-MX" sz="5100" dirty="0" err="1"/>
              <a:t>datasets</a:t>
            </a:r>
            <a:r>
              <a:rPr lang="es-MX" sz="5100" dirty="0"/>
              <a:t> públicos adecuados para entrenamiento y evaluación comparativa.</a:t>
            </a:r>
          </a:p>
          <a:p>
            <a:r>
              <a:rPr lang="es-MX" sz="5100" b="1" dirty="0"/>
              <a:t>Entrenar y comparar modelos compactos</a:t>
            </a:r>
            <a:r>
              <a:rPr lang="es-MX" sz="5100" dirty="0"/>
              <a:t> (MLP, CNN-1D, Residual-MLP, Tiny </a:t>
            </a:r>
            <a:r>
              <a:rPr lang="es-MX" sz="5100" dirty="0" err="1"/>
              <a:t>Transformer</a:t>
            </a:r>
            <a:r>
              <a:rPr lang="es-MX" sz="5100" dirty="0"/>
              <a:t>) para IDS </a:t>
            </a:r>
            <a:r>
              <a:rPr lang="es-MX" sz="5100" dirty="0" err="1"/>
              <a:t>IoT</a:t>
            </a:r>
            <a:r>
              <a:rPr lang="es-MX" sz="5100" dirty="0"/>
              <a:t>, exportando pesos y parámetros de normalización para ejecución en el microcontrolador ESP32-S3.</a:t>
            </a:r>
          </a:p>
          <a:p>
            <a:r>
              <a:rPr lang="es-MX" sz="5100" b="1" dirty="0"/>
              <a:t>Implementar un esquema de aprendizaje federado jerárquico</a:t>
            </a:r>
            <a:r>
              <a:rPr lang="es-MX" sz="5100" dirty="0"/>
              <a:t> para entrenamiento distribuido, evaluando agregación </a:t>
            </a:r>
            <a:r>
              <a:rPr lang="es-MX" sz="5100" dirty="0" err="1"/>
              <a:t>FedAvg</a:t>
            </a:r>
            <a:r>
              <a:rPr lang="es-MX" sz="5100" dirty="0"/>
              <a:t>, estabilidad con datos no IID y costos de comunicación en una arquitectura Edge–Fog–Cloud.</a:t>
            </a:r>
          </a:p>
          <a:p>
            <a:r>
              <a:rPr lang="es-MX" sz="5100" b="1" dirty="0"/>
              <a:t>Integrar cifrado ligero ASCON-128</a:t>
            </a:r>
            <a:r>
              <a:rPr lang="es-MX" sz="5100" dirty="0"/>
              <a:t> y validar experimentalmente el sistema completo, evaluando precisión de detección, impacto del aprendizaje federado frente al centralizado, y efectos en latencia, consumo y desempeño general.</a:t>
            </a:r>
          </a:p>
        </p:txBody>
      </p:sp>
      <p:sp>
        <p:nvSpPr>
          <p:cNvPr id="19" name="18 Resultados contenido"/>
          <p:cNvSpPr>
            <a:spLocks noGrp="1"/>
          </p:cNvSpPr>
          <p:nvPr>
            <p:ph sz="quarter" idx="38"/>
          </p:nvPr>
        </p:nvSpPr>
        <p:spPr>
          <a:xfrm>
            <a:off x="13116994" y="21922661"/>
            <a:ext cx="11764725" cy="3568421"/>
          </a:xfrm>
        </p:spPr>
        <p:txBody>
          <a:bodyPr>
            <a:normAutofit lnSpcReduction="10000"/>
          </a:bodyPr>
          <a:lstStyle/>
          <a:p>
            <a:r>
              <a:rPr lang="es-MX" sz="2400" dirty="0"/>
              <a:t>La variante CNN_ASCON_FOG logra el mejor desempeño global (</a:t>
            </a:r>
            <a:r>
              <a:rPr lang="es-MX" sz="2400" dirty="0" err="1"/>
              <a:t>acc</a:t>
            </a:r>
            <a:r>
              <a:rPr lang="es-MX" sz="2400" dirty="0"/>
              <a:t> 0.975, </a:t>
            </a:r>
            <a:r>
              <a:rPr lang="es-MX" sz="2400" dirty="0" err="1"/>
              <a:t>loss</a:t>
            </a:r>
            <a:r>
              <a:rPr lang="es-MX" sz="2400" dirty="0"/>
              <a:t> 0.091). Las configuraciones con ASCON-128 superan en promedio +3.2 puntos porcentuales de </a:t>
            </a:r>
            <a:r>
              <a:rPr lang="es-MX" sz="2400" dirty="0" err="1"/>
              <a:t>accuracy</a:t>
            </a:r>
            <a:r>
              <a:rPr lang="es-MX" sz="2400" dirty="0"/>
              <a:t> a sus contrapartes sin cifrado, con un </a:t>
            </a:r>
            <a:r>
              <a:rPr lang="es-MX" sz="2400" dirty="0" err="1"/>
              <a:t>overhead</a:t>
            </a:r>
            <a:r>
              <a:rPr lang="es-MX" sz="2400" dirty="0"/>
              <a:t> temporal de apenas 0.10–0.27% del ciclo FL y un incremento de tamaño de mensaje de +48% (~1.07 KB). Todas las variantes convergen por encima de 0.90 de </a:t>
            </a:r>
            <a:r>
              <a:rPr lang="es-MX" sz="2400" dirty="0" err="1"/>
              <a:t>accuracy</a:t>
            </a:r>
            <a:r>
              <a:rPr lang="es-MX" sz="2400" dirty="0"/>
              <a:t> en 5 a 10 rondas globales, confirmando la viabilidad del esquema HFL cifrado sobre hardware restringido.</a:t>
            </a:r>
          </a:p>
          <a:p>
            <a:r>
              <a:rPr lang="es-MX" sz="2400" dirty="0"/>
              <a:t>El mejor modelo con un Desempeño desagregado fue el CNN_ASCON_FOG: F1 macro 0.972, F1 ponderado 0.975, precisión macro 0.973, </a:t>
            </a:r>
            <a:r>
              <a:rPr lang="es-MX" sz="2400" dirty="0" err="1"/>
              <a:t>recall</a:t>
            </a:r>
            <a:r>
              <a:rPr lang="es-MX" sz="2400" dirty="0"/>
              <a:t> macro 0.971, MCC 0.961. </a:t>
            </a:r>
            <a:r>
              <a:rPr lang="es-MX" sz="2400" dirty="0" err="1"/>
              <a:t>Recall</a:t>
            </a:r>
            <a:r>
              <a:rPr lang="es-MX" sz="2400" dirty="0"/>
              <a:t> por clase: </a:t>
            </a:r>
            <a:r>
              <a:rPr lang="es-MX" sz="2400" i="1" dirty="0"/>
              <a:t>normal</a:t>
            </a:r>
            <a:r>
              <a:rPr lang="es-MX" sz="2400" dirty="0"/>
              <a:t> 0.98, </a:t>
            </a:r>
            <a:r>
              <a:rPr lang="es-MX" sz="2400" i="1" dirty="0" err="1"/>
              <a:t>mqtt_bruteforce</a:t>
            </a:r>
            <a:r>
              <a:rPr lang="es-MX" sz="2400" dirty="0"/>
              <a:t> 0.97, </a:t>
            </a:r>
            <a:r>
              <a:rPr lang="es-MX" sz="2400" i="1" dirty="0" err="1"/>
              <a:t>scan_A</a:t>
            </a:r>
            <a:r>
              <a:rPr lang="es-MX" sz="2400" dirty="0"/>
              <a:t> 0.96.</a:t>
            </a:r>
            <a:endParaRPr lang="es-CO" sz="2400" dirty="0"/>
          </a:p>
          <a:p>
            <a:endParaRPr sz="2800" b="0" dirty="0"/>
          </a:p>
        </p:txBody>
      </p:sp>
      <p:sp>
        <p:nvSpPr>
          <p:cNvPr id="31" name="Marcador de contenido 30">
            <a:extLst>
              <a:ext uri="{FF2B5EF4-FFF2-40B4-BE49-F238E27FC236}">
                <a16:creationId xmlns:a16="http://schemas.microsoft.com/office/drawing/2014/main" id="{84F20F61-3544-F9C5-E3F7-0AD31294007F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12878603" y="26499194"/>
            <a:ext cx="12343216" cy="5374520"/>
          </a:xfrm>
        </p:spPr>
        <p:txBody>
          <a:bodyPr>
            <a:normAutofit fontScale="70000" lnSpcReduction="20000"/>
          </a:bodyPr>
          <a:lstStyle/>
          <a:p>
            <a:r>
              <a:rPr lang="es-MX" dirty="0"/>
              <a:t>•</a:t>
            </a:r>
            <a:r>
              <a:rPr lang="es-MX" b="1" dirty="0"/>
              <a:t> </a:t>
            </a:r>
            <a:r>
              <a:rPr lang="es-MX" sz="3400" b="1" dirty="0"/>
              <a:t>Viabilidad </a:t>
            </a:r>
            <a:r>
              <a:rPr lang="es-MX" sz="3400" b="1" dirty="0" err="1"/>
              <a:t>TinyML</a:t>
            </a:r>
            <a:r>
              <a:rPr lang="es-MX" sz="3400" b="1" dirty="0"/>
              <a:t>: </a:t>
            </a:r>
            <a:r>
              <a:rPr lang="es-MX" sz="3400" dirty="0"/>
              <a:t>un MLP de 1.139 parámetros (~4.5 KB) y una CNN-1D federada se ejecutan en el ESP32-S3 con </a:t>
            </a:r>
            <a:r>
              <a:rPr lang="es-MX" sz="3400" dirty="0" err="1"/>
              <a:t>accuracy</a:t>
            </a:r>
            <a:r>
              <a:rPr lang="es-MX" sz="3400" dirty="0"/>
              <a:t> operativa entre 0.93 y 0.97, validando que </a:t>
            </a:r>
            <a:r>
              <a:rPr lang="es-MX" sz="3400" dirty="0" err="1"/>
              <a:t>MCUs</a:t>
            </a:r>
            <a:r>
              <a:rPr lang="es-MX" sz="3400" dirty="0"/>
              <a:t> comerciales pueden hospedar IDS de red sin acelerador externo ni cuantización agresiva.</a:t>
            </a:r>
          </a:p>
          <a:p>
            <a:r>
              <a:rPr lang="es-MX" sz="3400" dirty="0"/>
              <a:t>• </a:t>
            </a:r>
            <a:r>
              <a:rPr lang="es-MX" sz="3400" b="1" dirty="0"/>
              <a:t>Privacidad sin sacrificio relevante: </a:t>
            </a:r>
            <a:r>
              <a:rPr lang="es-MX" sz="3400" dirty="0"/>
              <a:t>el HFL reduce &gt;99.99% el intercambio de datos sensibles (de ~13.3M valores crudos a 163 parámetros por ronda) con una penalización de solo 2-3 </a:t>
            </a:r>
            <a:r>
              <a:rPr lang="es-MX" sz="3400" dirty="0" err="1"/>
              <a:t>pts</a:t>
            </a:r>
            <a:r>
              <a:rPr lang="es-MX" sz="3400" dirty="0"/>
              <a:t> de </a:t>
            </a:r>
            <a:r>
              <a:rPr lang="es-MX" sz="3400" dirty="0" err="1"/>
              <a:t>accuracy</a:t>
            </a:r>
            <a:r>
              <a:rPr lang="es-MX" sz="3400" dirty="0"/>
              <a:t> frente al modelo centralizado equivalente.</a:t>
            </a:r>
          </a:p>
          <a:p>
            <a:r>
              <a:rPr lang="es-MX" sz="3400" dirty="0"/>
              <a:t>• </a:t>
            </a:r>
            <a:r>
              <a:rPr lang="es-MX" sz="3400" b="1" dirty="0"/>
              <a:t>ASCON-128 mejora, no degrada: </a:t>
            </a:r>
            <a:r>
              <a:rPr lang="es-MX" sz="3400" dirty="0"/>
              <a:t>lejos de ser un costo a aceptar, el cifrado autenticado mejora +3.2 </a:t>
            </a:r>
            <a:r>
              <a:rPr lang="es-MX" sz="3400" dirty="0" err="1"/>
              <a:t>pts</a:t>
            </a:r>
            <a:r>
              <a:rPr lang="es-MX" sz="3400" dirty="0"/>
              <a:t> la </a:t>
            </a:r>
            <a:r>
              <a:rPr lang="es-MX" sz="3400" dirty="0" err="1"/>
              <a:t>accuracy</a:t>
            </a:r>
            <a:r>
              <a:rPr lang="es-MX" sz="3400" dirty="0"/>
              <a:t> promedio frente a la </a:t>
            </a:r>
            <a:r>
              <a:rPr lang="es-MX" sz="3400" dirty="0" err="1"/>
              <a:t>baseline</a:t>
            </a:r>
            <a:r>
              <a:rPr lang="es-MX" sz="3400" dirty="0"/>
              <a:t> PLAIN porque su validación de tag actúa como filtro implícito de mensajes corruptos; el </a:t>
            </a:r>
            <a:r>
              <a:rPr lang="es-MX" sz="3400" dirty="0" err="1"/>
              <a:t>overhead</a:t>
            </a:r>
            <a:r>
              <a:rPr lang="es-MX" sz="3400" dirty="0"/>
              <a:t> temporal queda en 0.10–0.27% del ciclo federado.</a:t>
            </a:r>
          </a:p>
          <a:p>
            <a:r>
              <a:rPr lang="es-MX" sz="3400" dirty="0"/>
              <a:t>• </a:t>
            </a:r>
            <a:r>
              <a:rPr lang="es-MX" sz="3400" b="1" dirty="0"/>
              <a:t>FOG depende de la integridad del canal: </a:t>
            </a:r>
            <a:r>
              <a:rPr lang="es-MX" sz="3400" dirty="0"/>
              <a:t>la </a:t>
            </a:r>
            <a:r>
              <a:rPr lang="es-MX" sz="3400" dirty="0" err="1"/>
              <a:t>pre-agregación</a:t>
            </a:r>
            <a:r>
              <a:rPr lang="es-MX" sz="3400" dirty="0"/>
              <a:t> FOG mejora CNN +1.5 </a:t>
            </a:r>
            <a:r>
              <a:rPr lang="es-MX" sz="3400" dirty="0" err="1"/>
              <a:t>pts</a:t>
            </a:r>
            <a:r>
              <a:rPr lang="es-MX" sz="3400" dirty="0"/>
              <a:t> y RN+ASCON +2.5 </a:t>
            </a:r>
            <a:r>
              <a:rPr lang="es-MX" sz="3400" dirty="0" err="1"/>
              <a:t>pts</a:t>
            </a:r>
            <a:r>
              <a:rPr lang="es-MX" sz="3400" dirty="0"/>
              <a:t>, pero degrada RN_PLAIN_FOG (-3 </a:t>
            </a:r>
            <a:r>
              <a:rPr lang="es-MX" sz="3400" dirty="0" err="1"/>
              <a:t>pts</a:t>
            </a:r>
            <a:r>
              <a:rPr lang="es-MX" sz="3400" dirty="0"/>
              <a:t>), lo que muestra que la integridad autenticada no es complementaria a la topología </a:t>
            </a:r>
            <a:r>
              <a:rPr lang="es-MX" sz="3400" dirty="0" err="1"/>
              <a:t>fog</a:t>
            </a:r>
            <a:r>
              <a:rPr lang="es-MX" sz="3400" dirty="0"/>
              <a:t> sino condición habilitante.</a:t>
            </a:r>
          </a:p>
          <a:p>
            <a:r>
              <a:rPr lang="es-MX" sz="3400" dirty="0"/>
              <a:t>• </a:t>
            </a:r>
            <a:r>
              <a:rPr lang="es-MX" sz="3400" b="1" dirty="0"/>
              <a:t>Trabajo futuro: </a:t>
            </a:r>
            <a:r>
              <a:rPr lang="es-MX" sz="3400" dirty="0"/>
              <a:t>extender la arquitectura con robustez bizantina (Krum, </a:t>
            </a:r>
            <a:r>
              <a:rPr lang="es-MX" sz="3400" dirty="0" err="1"/>
              <a:t>FLTrust</a:t>
            </a:r>
            <a:r>
              <a:rPr lang="es-MX" sz="3400" dirty="0"/>
              <a:t>), cuantización INT8 para </a:t>
            </a:r>
            <a:r>
              <a:rPr lang="es-MX" sz="3400" dirty="0" err="1"/>
              <a:t>MCUs</a:t>
            </a:r>
            <a:r>
              <a:rPr lang="es-MX" sz="3400" dirty="0"/>
              <a:t> aún más pequeños, contramedidas de canal lateral sobre ASCON, </a:t>
            </a:r>
            <a:r>
              <a:rPr lang="es-MX" sz="3400" dirty="0" err="1"/>
              <a:t>datasets</a:t>
            </a:r>
            <a:r>
              <a:rPr lang="es-MX" sz="3400" dirty="0"/>
              <a:t> reales (CICIoT2023, </a:t>
            </a:r>
            <a:r>
              <a:rPr lang="es-MX" sz="3400" dirty="0" err="1"/>
              <a:t>TON_IoT</a:t>
            </a:r>
            <a:r>
              <a:rPr lang="es-MX" sz="3400" dirty="0"/>
              <a:t>) y privacidad diferencial.</a:t>
            </a:r>
          </a:p>
          <a:p>
            <a:endParaRPr lang="es-CO" dirty="0"/>
          </a:p>
        </p:txBody>
      </p:sp>
      <p:sp>
        <p:nvSpPr>
          <p:cNvPr id="34" name="3 Resumen contenido">
            <a:extLst>
              <a:ext uri="{FF2B5EF4-FFF2-40B4-BE49-F238E27FC236}">
                <a16:creationId xmlns:a16="http://schemas.microsoft.com/office/drawing/2014/main" id="{64F52985-828A-2078-1192-DAAF5B7788A6}"/>
              </a:ext>
            </a:extLst>
          </p:cNvPr>
          <p:cNvSpPr txBox="1">
            <a:spLocks/>
          </p:cNvSpPr>
          <p:nvPr/>
        </p:nvSpPr>
        <p:spPr>
          <a:xfrm>
            <a:off x="630958" y="7461268"/>
            <a:ext cx="24050672" cy="2609845"/>
          </a:xfrm>
          <a:prstGeom prst="rect">
            <a:avLst/>
          </a:prstGeom>
        </p:spPr>
        <p:txBody>
          <a:bodyPr vert="horz" lIns="349758" tIns="174879" rIns="349758" bIns="174879" rtlCol="0">
            <a:normAutofit/>
          </a:bodyPr>
          <a:lstStyle>
            <a:lvl1pPr marL="0" indent="0" algn="l" defTabSz="349758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600" b="1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48790" indent="0" algn="l" defTabSz="349758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4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97580" indent="0" algn="l" defTabSz="349758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46370" indent="0" algn="l" defTabSz="349758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995160" indent="0" algn="l" defTabSz="349758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618345" indent="-874395" algn="l" defTabSz="349758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7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367135" indent="-874395" algn="l" defTabSz="349758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7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115925" indent="-874395" algn="l" defTabSz="349758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7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864715" indent="-874395" algn="l" defTabSz="349758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7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sz="4000" dirty="0"/>
          </a:p>
        </p:txBody>
      </p:sp>
      <p:sp>
        <p:nvSpPr>
          <p:cNvPr id="36" name="Marcador de texto 35">
            <a:extLst>
              <a:ext uri="{FF2B5EF4-FFF2-40B4-BE49-F238E27FC236}">
                <a16:creationId xmlns:a16="http://schemas.microsoft.com/office/drawing/2014/main" id="{9D2862F5-B3FA-8663-5E08-0C5C59D916E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0215" y="6552978"/>
            <a:ext cx="24440353" cy="3031537"/>
          </a:xfrm>
        </p:spPr>
        <p:txBody>
          <a:bodyPr/>
          <a:lstStyle/>
          <a:p>
            <a:r>
              <a:rPr lang="es-MX" sz="3200" b="0" i="0" dirty="0"/>
              <a:t>Se desarrolló un sistema de detección de intrusiones (IDS) para tráfico </a:t>
            </a:r>
            <a:r>
              <a:rPr lang="es-MX" sz="3200" b="0" i="0" dirty="0" err="1"/>
              <a:t>IoT</a:t>
            </a:r>
            <a:r>
              <a:rPr lang="es-MX" sz="3200" b="0" i="0" dirty="0"/>
              <a:t>/MQTT desplegado sobre una arquitectura jerárquica Edge–Fog–Cloud compuesta por microcontroladores ESP32-S3, </a:t>
            </a:r>
            <a:r>
              <a:rPr lang="es-MX" sz="3200" b="0" i="0" dirty="0" err="1"/>
              <a:t>gateways</a:t>
            </a:r>
            <a:r>
              <a:rPr lang="es-MX" sz="3200" b="0" i="0" dirty="0"/>
              <a:t> Raspberry Pi 4 y un servidor PC coordinador. El sistema integra inferencia </a:t>
            </a:r>
            <a:r>
              <a:rPr lang="es-MX" sz="3200" b="0" i="0" dirty="0" err="1"/>
              <a:t>TinyML</a:t>
            </a:r>
            <a:r>
              <a:rPr lang="es-MX" sz="3200" b="0" i="0" dirty="0"/>
              <a:t> en el borde, aprendizaje federado jerárquico (HFL) bidireccional para entrenar modelos distribuidos sin centralizar datos, y cifrado autenticado ASCON-128 (estándar NIST 2023) en todos los canales de comunicación. Se evaluaron 8 variantes experimentales (MLP/CNN × ASCON/PLAIN × </a:t>
            </a:r>
            <a:r>
              <a:rPr lang="es-MX" sz="3200" b="0" i="0" dirty="0" err="1"/>
              <a:t>NoFOG</a:t>
            </a:r>
            <a:r>
              <a:rPr lang="es-MX" sz="3200" b="0" i="0" dirty="0"/>
              <a:t>/FOG) en 58 corridas sobre hardware real. La configuración CNN_ASCON_FOG alcanzó la mejor precisión con </a:t>
            </a:r>
            <a:r>
              <a:rPr lang="es-MX" sz="3200" b="0" i="0" dirty="0" err="1"/>
              <a:t>accuracy</a:t>
            </a:r>
            <a:r>
              <a:rPr lang="es-MX" sz="3200" b="0" i="0" dirty="0"/>
              <a:t> de 0.975 y </a:t>
            </a:r>
            <a:r>
              <a:rPr lang="es-MX" sz="3200" b="0" i="0" dirty="0" err="1"/>
              <a:t>loss</a:t>
            </a:r>
            <a:r>
              <a:rPr lang="es-MX" sz="3200" b="0" i="0" dirty="0"/>
              <a:t> de 0.091, demostrando que el cifrado ligero no compromete el desempeño de detección.</a:t>
            </a:r>
            <a:endParaRPr lang="es-CO" sz="3200" dirty="0"/>
          </a:p>
        </p:txBody>
      </p:sp>
      <p:sp>
        <p:nvSpPr>
          <p:cNvPr id="17" name="15 Objetivos contenido">
            <a:extLst>
              <a:ext uri="{FF2B5EF4-FFF2-40B4-BE49-F238E27FC236}">
                <a16:creationId xmlns:a16="http://schemas.microsoft.com/office/drawing/2014/main" id="{B3228DD6-2DF6-8AB0-424D-C3B4FF073C71}"/>
              </a:ext>
            </a:extLst>
          </p:cNvPr>
          <p:cNvSpPr txBox="1">
            <a:spLocks/>
          </p:cNvSpPr>
          <p:nvPr/>
        </p:nvSpPr>
        <p:spPr>
          <a:xfrm>
            <a:off x="321904" y="23690882"/>
            <a:ext cx="12111440" cy="2364599"/>
          </a:xfrm>
          <a:prstGeom prst="rect">
            <a:avLst/>
          </a:prstGeom>
        </p:spPr>
        <p:txBody>
          <a:bodyPr vert="horz" lIns="349758" tIns="174879" rIns="349758" bIns="174879" rtlCol="0">
            <a:normAutofit fontScale="47500" lnSpcReduction="20000"/>
          </a:bodyPr>
          <a:lstStyle>
            <a:lvl1pPr marL="457200" indent="-457200" algn="l" defTabSz="349758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41784" indent="-1092994" algn="l" defTabSz="349758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71975" indent="-874395" algn="l" defTabSz="349758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120765" indent="-874395" algn="l" defTabSz="349758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995160" indent="0" algn="l" defTabSz="349758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618345" indent="-874395" algn="l" defTabSz="349758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7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367135" indent="-874395" algn="l" defTabSz="349758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7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115925" indent="-874395" algn="l" defTabSz="349758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7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864715" indent="-874395" algn="l" defTabSz="349758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7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5100" dirty="0"/>
              <a:t>El ciclo HFL opera en tres fases. </a:t>
            </a:r>
            <a:r>
              <a:rPr lang="es-MX" sz="5100" b="1" dirty="0"/>
              <a:t>Fase 1 (top-</a:t>
            </a:r>
            <a:r>
              <a:rPr lang="es-MX" sz="5100" b="1" dirty="0" err="1"/>
              <a:t>down</a:t>
            </a:r>
            <a:r>
              <a:rPr lang="es-MX" sz="5100" b="1" dirty="0"/>
              <a:t>):</a:t>
            </a:r>
            <a:r>
              <a:rPr lang="es-MX" sz="5100" dirty="0"/>
              <a:t> el servidor despliega el modelo global al </a:t>
            </a:r>
            <a:r>
              <a:rPr lang="es-MX" sz="5100" dirty="0" err="1"/>
              <a:t>gateway</a:t>
            </a:r>
            <a:r>
              <a:rPr lang="es-MX" sz="5100" dirty="0"/>
              <a:t> vía HTTP; el </a:t>
            </a:r>
            <a:r>
              <a:rPr lang="es-MX" sz="5100" dirty="0" err="1"/>
              <a:t>gateway</a:t>
            </a:r>
            <a:r>
              <a:rPr lang="es-MX" sz="5100" dirty="0"/>
              <a:t> lo redistribuye a los ESP32 vía MQTT con </a:t>
            </a:r>
            <a:r>
              <a:rPr lang="es-MX" sz="5100" dirty="0" err="1"/>
              <a:t>envelope</a:t>
            </a:r>
            <a:r>
              <a:rPr lang="es-MX" sz="5100" dirty="0"/>
              <a:t> ASCON. </a:t>
            </a:r>
            <a:r>
              <a:rPr lang="es-MX" sz="5100" b="1" dirty="0"/>
              <a:t>Fase 2 (local):</a:t>
            </a:r>
            <a:r>
              <a:rPr lang="es-MX" sz="5100" dirty="0"/>
              <a:t> los ESP32 publican </a:t>
            </a:r>
            <a:r>
              <a:rPr lang="es-MX" sz="5100" dirty="0" err="1"/>
              <a:t>features</a:t>
            </a:r>
            <a:r>
              <a:rPr lang="es-MX" sz="5100" dirty="0"/>
              <a:t> cifradas cada ~5 s; el </a:t>
            </a:r>
            <a:r>
              <a:rPr lang="es-MX" sz="5100" dirty="0" err="1"/>
              <a:t>gateway</a:t>
            </a:r>
            <a:r>
              <a:rPr lang="es-MX" sz="5100" dirty="0"/>
              <a:t> acumula un buffer de 30 muestras, las etiqueta con una heurística estadística y entrena localmente (5 épocas, Adam, </a:t>
            </a:r>
            <a:r>
              <a:rPr lang="es-MX" sz="5100" dirty="0" err="1"/>
              <a:t>lr</a:t>
            </a:r>
            <a:r>
              <a:rPr lang="es-MX" sz="5100" dirty="0"/>
              <a:t>=0.005). </a:t>
            </a:r>
            <a:r>
              <a:rPr lang="es-MX" sz="5100" b="1" dirty="0"/>
              <a:t>Fase 3 (bottom-up):</a:t>
            </a:r>
            <a:r>
              <a:rPr lang="es-MX" sz="5100" dirty="0"/>
              <a:t> el </a:t>
            </a:r>
            <a:r>
              <a:rPr lang="es-MX" sz="5100" dirty="0" err="1"/>
              <a:t>gateway</a:t>
            </a:r>
            <a:r>
              <a:rPr lang="es-MX" sz="5100" dirty="0"/>
              <a:t> envía pesos y métricas al PC, que agrega con </a:t>
            </a:r>
            <a:r>
              <a:rPr lang="es-MX" sz="5100" dirty="0" err="1"/>
              <a:t>FedAvg</a:t>
            </a:r>
            <a:r>
              <a:rPr lang="es-MX" sz="5100" dirty="0"/>
              <a:t> ponderado al recibir los K=2 </a:t>
            </a:r>
            <a:r>
              <a:rPr lang="es-MX" sz="5100" dirty="0" err="1"/>
              <a:t>gateways</a:t>
            </a:r>
            <a:r>
              <a:rPr lang="es-MX" sz="5100" dirty="0"/>
              <a:t> e inicia una nueva ronda.</a:t>
            </a:r>
            <a:endParaRPr lang="es-MX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CA352952-8517-5781-009C-C178F74E8F2C}"/>
              </a:ext>
            </a:extLst>
          </p:cNvPr>
          <p:cNvSpPr txBox="1"/>
          <p:nvPr/>
        </p:nvSpPr>
        <p:spPr>
          <a:xfrm>
            <a:off x="13261229" y="10888554"/>
            <a:ext cx="11615466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200" i="0" dirty="0">
                <a:effectLst/>
              </a:rPr>
              <a:t>El sistema se organiza en tres capas: Edge (ESP32-S3), Fog (Raspberry Pi 4) y Cloud (PC). En modo estándar (a), cada </a:t>
            </a:r>
            <a:r>
              <a:rPr lang="es-MX" sz="2200" i="0" dirty="0" err="1">
                <a:effectLst/>
              </a:rPr>
              <a:t>gateway</a:t>
            </a:r>
            <a:r>
              <a:rPr lang="es-MX" sz="2200" i="0" dirty="0">
                <a:effectLst/>
              </a:rPr>
              <a:t> entrena localmente con muestras etiquetadas heurísticamente y envía los pesos federados al servidor PC, que aplica </a:t>
            </a:r>
            <a:r>
              <a:rPr lang="es-MX" sz="2200" i="0" dirty="0" err="1">
                <a:effectLst/>
              </a:rPr>
              <a:t>FedAvg</a:t>
            </a:r>
            <a:r>
              <a:rPr lang="es-MX" sz="2200" i="0" dirty="0">
                <a:effectLst/>
              </a:rPr>
              <a:t> ponderado por muestras y redistribuye el modelo global. En modo FOG (b), un </a:t>
            </a:r>
            <a:r>
              <a:rPr lang="es-MX" sz="2200" i="0" dirty="0" err="1">
                <a:effectLst/>
              </a:rPr>
              <a:t>gateway</a:t>
            </a:r>
            <a:r>
              <a:rPr lang="es-MX" sz="2200" i="0" dirty="0">
                <a:effectLst/>
              </a:rPr>
              <a:t> líder </a:t>
            </a:r>
            <a:r>
              <a:rPr lang="es-MX" sz="2200" i="0" dirty="0" err="1">
                <a:effectLst/>
              </a:rPr>
              <a:t>preagrega</a:t>
            </a:r>
            <a:r>
              <a:rPr lang="es-MX" sz="2200" i="0" dirty="0">
                <a:effectLst/>
              </a:rPr>
              <a:t> los pesos de </a:t>
            </a:r>
            <a:r>
              <a:rPr lang="es-MX" sz="2200" i="0" dirty="0" err="1">
                <a:effectLst/>
              </a:rPr>
              <a:t>gateways</a:t>
            </a:r>
            <a:r>
              <a:rPr lang="es-MX" sz="2200" i="0" dirty="0">
                <a:effectLst/>
              </a:rPr>
              <a:t> </a:t>
            </a:r>
            <a:r>
              <a:rPr lang="es-MX" sz="2200" i="0" dirty="0" err="1">
                <a:effectLst/>
              </a:rPr>
              <a:t>peers</a:t>
            </a:r>
            <a:r>
              <a:rPr lang="es-MX" sz="2200" i="0" dirty="0">
                <a:effectLst/>
              </a:rPr>
              <a:t> antes de enviar al Cloud, reduciendo tráfico ascendente. Todos los canales MQTT y HTTP se cifran con ASCON-128.</a:t>
            </a:r>
            <a:endParaRPr lang="es-CO" sz="2200" dirty="0"/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881AB6C8-2744-082B-2C9F-AB7CB0F362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128"/>
          <a:stretch>
            <a:fillRect/>
          </a:stretch>
        </p:blipFill>
        <p:spPr>
          <a:xfrm>
            <a:off x="12878603" y="12658885"/>
            <a:ext cx="6177433" cy="2957225"/>
          </a:xfrm>
          <a:prstGeom prst="rect">
            <a:avLst/>
          </a:prstGeom>
        </p:spPr>
      </p:pic>
      <p:sp>
        <p:nvSpPr>
          <p:cNvPr id="29" name="9 Header Conclusiones">
            <a:extLst>
              <a:ext uri="{FF2B5EF4-FFF2-40B4-BE49-F238E27FC236}">
                <a16:creationId xmlns:a16="http://schemas.microsoft.com/office/drawing/2014/main" id="{BFD68704-EDF6-EE18-373B-ED9F65F442C3}"/>
              </a:ext>
            </a:extLst>
          </p:cNvPr>
          <p:cNvSpPr txBox="1">
            <a:spLocks/>
          </p:cNvSpPr>
          <p:nvPr/>
        </p:nvSpPr>
        <p:spPr>
          <a:xfrm>
            <a:off x="13261229" y="31755778"/>
            <a:ext cx="11810480" cy="864096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  <p:txBody>
          <a:bodyPr vert="horz" lIns="349758" tIns="174879" rIns="349758" bIns="174879" rtlCol="0">
            <a:normAutofit fontScale="77500" lnSpcReduction="20000"/>
          </a:bodyPr>
          <a:lstStyle>
            <a:lvl1pPr marL="0" indent="0" algn="l" defTabSz="349758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500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1748790" indent="0" algn="l" defTabSz="349758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0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97580" indent="0" algn="l" defTabSz="349758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9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46370" indent="0" algn="l" defTabSz="349758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7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995160" indent="0" algn="l" defTabSz="349758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7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618345" indent="-874395" algn="l" defTabSz="349758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7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367135" indent="-874395" algn="l" defTabSz="349758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7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115925" indent="-874395" algn="l" defTabSz="349758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7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864715" indent="-874395" algn="l" defTabSz="349758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7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b="1" dirty="0"/>
              <a:t>Limitaciones de Alcance</a:t>
            </a:r>
            <a:endParaRPr lang="es-CO" dirty="0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57465EB1-CA32-DA8F-5C9A-3A9A7151C13A}"/>
              </a:ext>
            </a:extLst>
          </p:cNvPr>
          <p:cNvSpPr txBox="1"/>
          <p:nvPr/>
        </p:nvSpPr>
        <p:spPr>
          <a:xfrm>
            <a:off x="13261229" y="32619874"/>
            <a:ext cx="1181048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dirty="0"/>
              <a:t>• Escalabilidad:  test con 2 </a:t>
            </a:r>
            <a:r>
              <a:rPr lang="es-MX" sz="2400" dirty="0" err="1"/>
              <a:t>RPi</a:t>
            </a:r>
            <a:r>
              <a:rPr lang="es-MX" sz="2400" dirty="0"/>
              <a:t> + 6 ESP32 valida el ciclo HFL, pero a decenas de </a:t>
            </a:r>
            <a:r>
              <a:rPr lang="es-MX" sz="2400" dirty="0" err="1"/>
              <a:t>gateways</a:t>
            </a:r>
            <a:r>
              <a:rPr lang="es-MX" sz="2400" dirty="0"/>
              <a:t> el PC dejaría de ser viable como coordinador único y exigiría un </a:t>
            </a:r>
            <a:r>
              <a:rPr lang="es-MX" sz="2400" dirty="0" err="1"/>
              <a:t>sharding</a:t>
            </a:r>
            <a:r>
              <a:rPr lang="es-MX" sz="2400" dirty="0"/>
              <a:t> Fog por zona.</a:t>
            </a:r>
            <a:br>
              <a:rPr lang="es-MX" sz="2400" dirty="0"/>
            </a:br>
            <a:r>
              <a:rPr lang="es-MX" sz="2400" dirty="0"/>
              <a:t>• Ataques Anormales: El clasificador es de salida cerrada sobre 3 clases; un vector nuevo  (</a:t>
            </a:r>
            <a:r>
              <a:rPr lang="es-MX" sz="2400" dirty="0" err="1"/>
              <a:t>slowloris</a:t>
            </a:r>
            <a:r>
              <a:rPr lang="es-MX" sz="2400" dirty="0"/>
              <a:t>, suplantación de </a:t>
            </a:r>
            <a:r>
              <a:rPr lang="es-MX" sz="2400" dirty="0" err="1"/>
              <a:t>broker</a:t>
            </a:r>
            <a:r>
              <a:rPr lang="es-MX" sz="2400" dirty="0"/>
              <a:t>, DoS aplicativo) sería forzado a la más parecida, generando falsos negativos/positivos, ya que el entrenamiento del modelo fue supervisado. </a:t>
            </a:r>
            <a:r>
              <a:rPr lang="es-MX" sz="2400" dirty="0" err="1"/>
              <a:t>Requierendo</a:t>
            </a:r>
            <a:r>
              <a:rPr lang="es-MX" sz="2400" dirty="0"/>
              <a:t> una detección de anomalías u open-set </a:t>
            </a:r>
            <a:r>
              <a:rPr lang="es-MX" sz="2400" dirty="0" err="1"/>
              <a:t>recognition</a:t>
            </a:r>
            <a:r>
              <a:rPr lang="es-MX" sz="2400" dirty="0"/>
              <a:t>.</a:t>
            </a:r>
            <a:endParaRPr lang="es-CO" sz="2400" dirty="0"/>
          </a:p>
        </p:txBody>
      </p:sp>
    </p:spTree>
    <p:extLst>
      <p:ext uri="{BB962C8B-B14F-4D97-AF65-F5344CB8AC3E}">
        <p14:creationId xmlns:p14="http://schemas.microsoft.com/office/powerpoint/2010/main" val="2424691945"/>
      </p:ext>
    </p:extLst>
  </p:cSld>
  <p:clrMapOvr>
    <a:masterClrMapping/>
  </p:clrMapOvr>
</p:sld>
</file>

<file path=ppt/theme/theme1.xml><?xml version="1.0" encoding="utf-8"?>
<a:theme xmlns:a="http://schemas.openxmlformats.org/drawingml/2006/main" name="FormatoPoster_ISI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stersInvestigacion" id="{D959789F-7C6C-C840-A820-9D76BA96E514}" vid="{DE1612A0-BF95-BF4E-B9AF-E78A0732F9A1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207</TotalTime>
  <Words>1264</Words>
  <Application>Microsoft Office PowerPoint</Application>
  <PresentationFormat>Personalizado</PresentationFormat>
  <Paragraphs>31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4" baseType="lpstr">
      <vt:lpstr>Arial</vt:lpstr>
      <vt:lpstr>Calibri</vt:lpstr>
      <vt:lpstr>FormatoPoster_ISIS</vt:lpstr>
      <vt:lpstr>Sistema de deteccion de intrusiones para redes IoT mediante TinyML, aprendizaje federado jerarquico y cifrado ligero ASCON-128 en una arquitectura Edge-Fog-Cloud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Mario Eduardo Sanchez Puccini</dc:creator>
  <cp:lastModifiedBy>Santiago Alejandro Jaimes Puerto</cp:lastModifiedBy>
  <cp:revision>26</cp:revision>
  <dcterms:created xsi:type="dcterms:W3CDTF">2016-02-24T12:38:22Z</dcterms:created>
  <dcterms:modified xsi:type="dcterms:W3CDTF">2026-05-15T13:41:18Z</dcterms:modified>
</cp:coreProperties>
</file>