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3"/>
    <p:restoredTop sz="94604"/>
  </p:normalViewPr>
  <p:slideViewPr>
    <p:cSldViewPr>
      <p:cViewPr>
        <p:scale>
          <a:sx n="60" d="100"/>
          <a:sy n="60" d="100"/>
        </p:scale>
        <p:origin x="400" y="-5536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COMIT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TICSw</a:t>
            </a:r>
            <a:r>
              <a:rPr lang="es-ES" dirty="0" smtClean="0"/>
              <a:t>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IMAGINE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ARTIxxx</a:t>
            </a:r>
            <a:r>
              <a:rPr lang="es-ES" dirty="0" smtClean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MSINxxx</a:t>
            </a:r>
            <a:r>
              <a:rPr lang="es-ES" dirty="0" smtClean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MBITxxx</a:t>
            </a:r>
            <a:r>
              <a:rPr lang="es-ES" dirty="0" smtClean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MISOxxx</a:t>
            </a:r>
            <a:r>
              <a:rPr lang="es-ES" dirty="0" smtClean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ISISxxx</a:t>
            </a:r>
            <a:r>
              <a:rPr lang="es-ES" dirty="0" smtClean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Ingenier</a:t>
            </a:r>
            <a:r>
              <a:rPr lang="en-US" dirty="0" err="1" smtClean="0"/>
              <a:t>ía</a:t>
            </a:r>
            <a:r>
              <a:rPr lang="en-US" dirty="0" smtClean="0"/>
              <a:t> de </a:t>
            </a:r>
            <a:r>
              <a:rPr lang="en-US" dirty="0" err="1" smtClean="0"/>
              <a:t>Sistemas</a:t>
            </a:r>
            <a:r>
              <a:rPr lang="en-US" dirty="0" smtClean="0"/>
              <a:t> y </a:t>
            </a:r>
            <a:r>
              <a:rPr lang="en-US" dirty="0" err="1" smtClean="0"/>
              <a:t>Computación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 smtClean="0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iming>
    <p:tnLst>
      <p:par>
        <p:cTn id="1" dur="indefinite" restart="never" nodeType="tmRoot"/>
      </p:par>
    </p:tnLst>
  </p:timing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1" name="10 Marcador de texto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14 Marcador de contenido"/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7" name="16 Marcador de contenido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18 Marcador de contenido"/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1" name="10 Marcador de texto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14 Marcador de contenido"/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7" name="16 Marcador de contenido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18 Marcador de contenido"/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270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1" name="10 Marcador de texto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14 Marcador de contenido"/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7" name="16 Marcador de contenido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18 Marcador de contenido"/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782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s-ES_tradnl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endParaRPr lang="es-ES_tradnl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s-ES_tradnl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es-ES_tradnl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es-ES_tradnl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2" name="Content Placeholder 51"/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3" name="Content Placeholder 52"/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4" name="Content Placeholder 53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6" name="Content Placeholder 55"/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7" name="Content Placeholder 56"/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2668326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Arial</vt:lpstr>
      <vt:lpstr>FormatoPoster_ISIS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Mario Eduardo Sanchez Puccini</cp:lastModifiedBy>
  <cp:revision>4</cp:revision>
  <dcterms:created xsi:type="dcterms:W3CDTF">2016-02-24T12:38:22Z</dcterms:created>
  <dcterms:modified xsi:type="dcterms:W3CDTF">2016-02-24T12:45:05Z</dcterms:modified>
</cp:coreProperties>
</file>